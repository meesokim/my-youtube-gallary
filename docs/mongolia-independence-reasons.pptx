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역사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몽골은 왜 청나라 멸망 후 유일하게 독립할 수 있었을까?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몽골이 청나라 멸망 후 신장 위구르나 티베트와 달리 유일하게 독립 국가를 수립할 수 있었던 복합적인 이유를 분석합니다. 몽골의 독특한 문화적 정체성, 징기스칸과 티베트 불교의 유산, 그리고 러시아 및 소련의 전략적 지원이 어떻게 몽골의 독립을 가능하게 했는지 깊이 있게 탐구합니다.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민족적 정체성과 정신적 구심점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징기스칸의 유산과 티베트 불교는 몽골인들에게 통일된 민족적 정체성과 세계 제국의 후예라는 자부심을 심어주었으며, 티베트 불교는 종교 지도자를 통한 정치적, 정신적 구심점 역할을 하여 독립의 강력한 논리적 기반을 제공했습니다.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러시아/소련의 전략적 지원과 지정학적 완충지대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러시아 제국과 소련은 시베리아 횡단 철도 보호 및 중국 견제를 위해 몽골을 완충지대로 인식하고, 몽골의 자치와 독립을 일관되게 지원하며 국제적인 승인을 이끌어냈습니다.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청나라와의 법적 관계 차이 및 인구 구성의 특수성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몽골은 청나라 황실과의 군신 동맹 관계였을 뿐 직접적인 중국 영토로 편입되지 않았다는 '회복의 논리'를 주장할 수 있었고, 농업이 어려운 지리적 특성상 한족 이주가 적어 몽골 민족의 동질성이 유지되어 독립의 기반이 되었습니다.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몽골이 어떻게 주변 강대국들의 틈바구니 속에서 독립을 쟁취하고 국가를 건설했는지 궁금하신가요? 이 영상을 통해 징기스칸의 유산부터 티베트 불교, 그리고 러시아의 전략적 지원까지, 몽골 독립의 복합적인 배경을 깊이 있게 이해하고 국제 관계와 민족주의의 흥미로운 통찰을 얻어가세요.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몽골 독립, 징기스칸, 티베트 불교, 러시아, 지정학</a:t>
            </a:r>
            <a:br/>
            <a:r>
              <a:t>🔗 Source: https://youtu.be/GafpQXlurno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
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잭 도시의 블록, AI 에이전트로 조직 위계 파괴 실험: 관리자 없는 미래 기업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잭 도시의 회사 블록이 AI 에이전트 도입을 위해 대규모 감원을 단행하며 조직의 위계를 없애는 파격적인 실험을 진행 중입니다. 이 실험은 AI가 정보 전달과 조율을 담당하고 인간은 AI가 할 수 없는 판단과 신뢰 구축에 집중함으로써 직원 1인당 총 이익을 4배 높이는 것을 목표로 합니다. 이는 과거 실패했던 관리자 없는 조직의 한계를 AI 기술로 극복하려는 새로운 시도입니다.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기반 조직 재설계의 핵심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블록은 AI 에이전트를 도입하여 기존 관리자들이 수행하던 정보 전달 및 조율 역할을 대체하고, 조직의 계층 구조를 근본적으로 해체하려 합니다. 이는 인간의 인지적 한계로 인해 필요했던 계층 구조를 AI의 정보 처리 능력으로 극복하고, 직원 1인당 생산성을 4배 높이는 것을 목표로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중심 조직의 구성 요소 및 인간의 역할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블록은 조직을 역량, 월드 모델(회사/고객), 지능 계층, 인터페이스의 4단계로 구성하며, 특히 회사 월드 모델을 통해 모든 정보를 실시간으로 공유합니다. 이로 인해 인간은 개별 기여자(전문가), 임시 담당자(문제 해결), 플레이어 코치(실무 겸 성장 지원)로 역할이 재정의되며, AI가 못하는 직관, 윤리적 판단, 신뢰 관계 구축에 집중하게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기반 조직 혁신의 도전과 잠재력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과거 관리자 없는 조직의 실패는 정보 소통의 부재 때문이었으나, 잭 도시는 AI가 그 공백을 메울 수 있다고 봅니다. 아직 구축 중인 회사 월드 모델과 AI 운영 비용 문제, 그리고 대량 해고의 진정한 원인에 대한 논란이 있지만, 이 실험은 AI가 기업 조직의 미래를 어떻게 바꿀 수 있는지 보여주는 중요한 시도로 평가받고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AI가 우리 삶뿐만 아니라 일하는 방식까지 어떻게 혁신할 수 있는지 궁금하신가요? 잭 도시의 블록이 시도하는 파격적인 AI 기반 조직 재설계 실험을 통해 미래 기업의 모습을 미리 엿볼 수 있습니다. 이 영상을 통해 AI 시대에 인간의 역할이 어떻게 변화하고, 조직은 어떤 방향으로 진화할지 깊이 있는 통찰을 얻어가세요.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AI, 조직개편, 잭도시, 블록, 관리자 없는 조직, 생산성</a:t>
            </a:r>
            <a:br/>
            <a:r>
              <a:t>🔗 Source: https://youtu.be/BeeSuExA9wM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
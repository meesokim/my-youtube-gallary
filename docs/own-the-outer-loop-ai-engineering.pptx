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AI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AI 시대, 엔지니어의 역할: '바깥 꼬리'를 소유하라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AI가 코드를 대량 생성하는 시대에 인간 엔지니어의 역할은 무엇일까요? 이 영상은 구글 AI 디렉터 에디 오스만의 키노트를 통해 AI가 할 수 없는 '판단과 책임'의 영역, 즉 '바깥 꼬리'를 소유하는 것의 중요성을 강조합니다. AI의 한계와 인간의 고유한 가치를 명확히 제시하며 미래 엔지니어링의 방향성을 제시합니다.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AI 시대의 인간 역할 재정의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'바깥 꼬리' 소유: AI가 코드 생성의 '안쪽 꼬리'를 담당하며 생산성을 높이지만, '결정, 검증, 승인, 책임'을 포함하는 '바깥 꼬리'는 오직 인간 엔지니어의 고유한 영역으로 남습니다. 이는 AI가 생성한 결과물에 대한 최종적인 판단과 소유권을 의미합니다.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AI 활용 시 경계해야 할 세 가지 함정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AI에 대한 맹목적인 신뢰는 '인지 부채(시스템 이해도 저하)', '인지적 항복(AI 답안 맹신)', '오케스트레이션 세금(과도한 에이전트 관리 부담)'을 야기하여 인간의 판단력을 약화시키고 책임 회피로 이어질 수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책임과 증거 기반의 '하이 에이전시' 역량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AI가 실행의 효율성을 제공하더라도, 결과물에 대한 '책임'은 에이전트가 아닌 인간에게 있습니다. '하이 에이전시'는 단순히 일을 많이 하는 것이 아니라, 언제 위임하고 검증하며 최종적으로 자신의 이름을 걸고 결과를 책임질지 판단하는 능력입니다.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AI가 코드를 쓰고 테스트하는 시대, 당신의 역할에 대한 고민이 깊어지고 있나요? 이 영상을 통해 구글 AI 디렉터가 제시하는 미래 엔지니어링의 핵심 인사이트를 얻고, AI 시대에 흔들리지 않는 당신만의 경쟁력을 키울 수 있는 명확한 방향성을 발견해보세요. 단순히 기술을 넘어 '판단과 책임'의 가치를 깨닫고 싶다면 반드시 시청해야 할 영상입니다.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AI, 엔지니어링, 책임, 판단력, 바깥꼬리, 에이전트, 개발자</a:t>
            </a:r>
            <a:br/>
            <a:r>
              <a:t>🔗 Source: https://youtu.be/gXPdfXxIRqg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
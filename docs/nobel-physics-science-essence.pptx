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과학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노벨 물리학상으로 탐구하는 과학의 본질과 빛의 이중성</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이 영상은 김갑진 교수님과 이근이 박사님의 신간 '우리는 어쩌다 과학을 믿게 되었을까?'를 소개하며, 노벨 물리학상 수상 연구들을 통해 과학적 진리가 어떻게 형성되고 패러다임이 전환되는지를 탐구합니다. 특히 빛의 본질을 둘러싼 역사적 논쟁과 이를 해결한 수많은 노벨상 수상 실험들을 따라가며 과학의 본질과 탐구 과정을 심도 있게 다룹니다.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과학의 본질과 패러다임 전환</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과학적 진리는 절대적인 것이 아니라, 사람들이 설득되고 신뢰하며 받아들이는 과정에서 형성되며, 천동설에서 지동설, 고전 역학에서 양자 역학으로의 전환처럼 끊임없는 논쟁과 새로운 증거를 통해 패러다임이 변화함을 강조합니다.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빛의 본질에 대한 탐구와 노벨상</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뉴턴의 입자설부터 영의 이중 슬릿 실험, 맥스웰의 전자기파 이론, 그리고 아인슈타인의 광자설에 이르기까지 빛이 입자인가 파동인가에 대한 치열한 논쟁과 이를 증명한 실험들(열복사 스펙트럼, 광전 효과, 콤프턴 산란)이 어떻게 과학적 진보를 이끌고 수많은 노벨 물리학상으로 이어졌는지 상세히 설명합니다.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빛의 입자-파동 이중성과 상보성 원리</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빛이 입자이면서 동시에 파동이라는 현대 물리학의 핵심 개념을 소개하며, 닐스 보어의 상보성 원리(서로 배타적이지만 상호 보완적인 두 관점이 필요)를 통해 자연을 이해하는 방식을 제시합니다. 이는 끊임없는 질문과 실험 설계가 노벨상으로 이어지는 과학 탐구의 본질임을 보여줍니다.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이 영상은 노벨 물리학상 수상 연구들을 통해 과학이 어떻게 발전하고 진리가 정립되는지 흥미롭게 탐구합니다. 특히 빛의 본질을 둘러싼 역사적 논쟁과 실험들을 따라가며 과학적 사고의 깊이를 경험하고, 미래의 노벨상 연구에 대한 영감을 얻을 수 있을 것입니다. 과학에 대한 깊이 있는 이해와 통찰을 얻고 싶은 분들께 강력히 추천합니다.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노벨상, 물리학, 과학사, 빛의 이중성, 양자역학</a:t>
            </a:r>
            <a:br/>
            <a:r>
              <a:t>🔗 Source: https://youtu.be/NXkv1HNAquk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
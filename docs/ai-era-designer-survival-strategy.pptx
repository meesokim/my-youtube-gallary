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커리어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시대, 프로덕트 디자이너의 일과 생존 전략</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13년차 디자이너이자 창업가인 강영아 저자님과 함께 인공지능 시대에 디자이너가 어떻게 변화하고 생존해야 하는지에 대해 이야기 나눕니다. 시각 디자이너에서 프로덕트 디자이너, 그리고 성공적인 창업가로 거듭난 그녀의 커리어 여정을 통해 AI 시대에 필요한 비즈니스 감각, 끊임없는 시도, 그리고 변화된 디자이너의 역할에 대한 깊이 있는 인사이트를 얻을 수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커리어 확장과 비즈니스 감각</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시각 디자이너에서 프로덕트 디자이너, 그리고 창업가로 끊임없이 변화하며 비즈니스적 사고와 데이터 기반 의사결정 능력을 키워야 AI 시대에 살아남을 수 있음을 강조합니다.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끊임없는 시도와 실행력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사이드 프로젝트와 창업 경험을 통해 재미와 확신을 바탕으로 다양한 시도를 멈추지 않고, 예상치 못한 상황에서도 굴러가며 기회를 만들어내는 실행력이 중요하다고 말합니다.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시대의 지휘자 역할</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AI가 디자인 작업을 보조하거나 새로운 사고방식을 제공함에 따라, 디자이너는 단순히 만드는 것을 넘어 AI를 지휘하고 비즈니스 전체를 아우르는 제너럴리스트로서의 역할 확장이 생존에 필수적임을 역설합니다.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 시대의 불확실성 속에서 자신의 커리어를 어떻게 이끌어갈지 고민하는 디자이너와 모든 직장인에게 이 영상은 명확한 방향을 제시합니다. 강영아 저자님의 생생한 경험담을 통해 변화에 유연하게 대처하고, 비즈니스 감각을 키워 새로운 기회를 포착하는 방법을 배우며, 나만의 강점을 발견할 용기를 얻을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프로덕트 디자이너, AI 시대, 창업, 커리어 전환, 비즈니스 감각</a:t>
            </a:r>
            <a:br/>
            <a:r>
              <a:t>🔗 Source: https://youtu.be/fEm_gWO-6jk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
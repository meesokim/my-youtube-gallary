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에너지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에너지 패권 전쟁 시대, 한국의 에너지 안보 전략과 미래</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AI 데이터센터의 폭발적인 전력 수요 증가와 국제 정세 불안정으로 인한 에너지 공급망 재편 속에서, 한국의 에너지 안보 현황과 미래 전략을 심층 분석합니다. 글로벌 에너지 위기 속에서 우리가 직면한 도전과 기회, 그리고 국가적 대응 방안을 명확하게 제시합니다.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글로벌 에너지 위기 심화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 데이터센터의 급증으로 4년 내 독일 전체 전력량에 해당하는 추가 전력이 필요하며, 러-우 전쟁 및 중동 분쟁으로 인한 석유, 가스 공급 불안정과 가격 급등이 전 세계 에너지 시장을 뒤흔들고 있습니다. 이는 기후 변화 대응을 위한 에너지 전환과 맞물려 복합적인 위기를 초래하고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한국의 에너지 안보 현황과 과제</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한국은 석유, 가스, 우라늄 등 1~3개월치 비축 설비를 갖춰 '우' 수준의 대비를 하고 있지만, 해외 자원 개발 및 재생에너지 비중 확대는 미흡하여 '수' 단계로 나아가기 위한 노력이 필요합니다. 특히 파키스탄, 필리핀, 인도 등 에너지 부족으로 국가적 위기를 겪는 사례와 비교하며 한국의 강점과 약점을 분석합니다.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에너지 공기업 통합의 필요성</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발전 5사 및 석유/가스 공사 통합 추진은 규모의 경제를 통해 해외 자원 개발 및 무탄소 에너지 전환에 유리하며, 프랑스 토탈, EDF와 같은 세계적인 에너지 기업 육성을 통해 국가 에너지 안보를 강화하고 미래 산업 경쟁력을 확보해야 합니다. 이는 단순한 국내 비즈니스를 넘어 글로벌 시장에서 영향력을 확대하는 중요한 전략입니다.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급변하는 국제 정세와 AI 시대의 도래로 에너지 안보가 그 어느 때보다 중요해진 지금, 이 영상을 통해 한국이 직면한 에너지 위기의 본질과 우리의 대응 전략을 명확히 이해할 수 있습니다. 미래를 위한 현명한 에너지 선택이 무엇인지 깊이 있는 통찰을 얻고 싶은 분들께 강력히 추천합니다.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에너지 안보, AI 전력, 에너지 전환, 국제 정세, 한국 에너지 정책, 전력 산업</a:t>
            </a:r>
            <a:br/>
            <a:r>
              <a:t>🔗 Source: https://youtu.be/o0moXpx3MbQ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
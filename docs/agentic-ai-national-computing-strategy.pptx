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AI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에이전틱 AI 시대, 대한민국의 AI 경쟁력 확보를 위한 컴퓨팅 전략</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이 세미나는 초거대 AI 모델을 넘어 스스로 계획하고 도구를 활용해 실제 일을 수행하는 에이전틱 AI 시대로의 전환을 다룹니다. 가속화되는 글로벌 AI 패권 경쟁 속에서 컴퓨팅 인프라, 데이터 센터, 반도체 등 기반 기술의 중요성을 강조하며, 대한민국이 AI 3대 강국으로 도약하기 위한 국가적 전략 방향을 모색합니다. 특히 에이전틱 AI가 요구하는 막대한 비용과 에너지 문제, 그리고 인프라 구조 변화에 대한 심층적인 분석을 제공합니다.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에이전틱 AI의 부상과 글로벌 경쟁 심화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초거대 AI 모델 경쟁에서 AI가 스스로 계획하고 도구를 활용해 실제 일을 수행하는 에이전틱 AI 시대로 빠르게 전환되고 있으며, 미국과 중국을 중심으로 한 AI 패권 경쟁이 가속화되고 있습니다. 이는 앤트로픽의 약진과 중국 문샷 AI의 키미 K3 출시 등 최신 기술 동향에서 명확히 드러납니다.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에이전틱 AI를 위한 컴퓨팅 인프라의 중요성 및 도전 과제</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에이전틱 AI는 기존 LM 대비 100배에서 1000배에 달하는 막대한 비용과 에너지를 소모하며, 응답 속도와 작업 성공률 개선이 시급합니다. 이는 요구량 증가, 토큰 생성량 폭증, 인프라 비용 상승 등 복합적인 요인에 기인하며, GPU 효율성 저하와 D램 및 스토리지의 중요성 증대 등 인프라 구조의 변화를 요구합니다.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대한민국의 AI 경쟁력 확보를 위한 전략적 방향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에이전틱 AI 시대에는 단순한 토큰 생성 효율을 넘어, 주어진 목적을 얼마나 효율적으로 달성하는지에 대한 상위 레벨의 평가 지표가 필요합니다. 한국은 국가 AI 데이터 센터 구축, AI 반도체 생태계 조성, 피지컬 AI 기술 확보 등 정책을 추진하며, 인프라와 기술, 정책이 함께 진화하는 통합적인 접근을 통해 AI 3대 강국으로 도약해야 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이 영상은 급변하는 AI 시대, 특히 스스로 일을 수행하는 에이전틱 AI의 등장과 함께 대한민국이 나아가야 할 컴퓨팅 전략을 심도 있게 다룹니다. AI 기술의 최신 트렌드와 인프라 구축의 중요성, 그리고 글로벌 경쟁 속에서 한국이 직면한 기회와 도전을 명확히 이해하고 싶은 분들께 강력히 추천합니다. 미래 AI 시대의 핵심 동력을 파악하고 국가적 차원의 전략적 통찰을 얻을 수 있을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에이전틱 AI, 컴퓨팅 전략, AI 인프라, AI 반도체, 국가 경쟁력</a:t>
            </a:r>
            <a:br/>
            <a:r>
              <a:t>🔗 Source: https://youtu.be/rqlPkDK5VEw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
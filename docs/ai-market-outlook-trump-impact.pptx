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경제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AI 시장의 변곡점: 트럼프 정책, 가성비, 금리가 주가에 미치는 영향</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이 영상은 AI 시장의 현재 변곡점을 심층 분석하며, 특히 트럼프의 AI 정책 리더십 약화와 AI 가성비 추구 현상이 시장에 미치는 영향을 조명합니다. 고금리 및 지정학적 리스크와 맞물려 AI 관련 주식의 변동성이 커지는 상황에서, 현명한 투자자들이 어떻게 포트폴리오를 조정하고 미래 기회를 포착해야 할지 구체적인 전략을 제시합니다.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트럼프 AI 리더십 약화와 가성비 전환</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AI 시장의 핵심 변곡점: 트럼프 행정부의 AI 정책 리더십이 약화되고, 기업들이 AI의 생산성 향상 효과에 대한 회의론과 함께 가성비를 중시하며 중국산 AI 솔루션으로 눈을 돌리는 현상이 AI 시장의 큰 변곡점으로 작용하고 있습니다. 이는 초기 AI 투자 열풍과 달리, 효율성과 비용 절감이 중요한 평가 기준으로 부상했음을 의미합니다.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AI 주식의 고평가 우려와 변동성 심화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트럼프 정치적 입지 및 거시 환경 영향: AI 관련 주식들이 현재 고평가되어 있다는 인식이 확산되며 시장 변동성이 커지고 있습니다. 이는 트럼프의 정치적 입지(중간선거 결과 등)와 금리, 지정학적 리스크 같은 거시 경제 환경이 AI 투자 심리에 부정적인 영향을 미치면서, 투자자들이 밸류에이션을 엄격하게 따지기 시작했기 때문입니다.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글로벌 투자자들의 AI 포트폴리오 재조정</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자산 배분 통한 위험 관리: 글로벌 주요 투자사들은 AI 산업의 낙관론을 유지하면서도, 특정 AI 관련 주식(특히 한국 반도체)에 대한 비중 쏠림 현상과 변동성 위험을 줄이기 위해 포트폴리오 다변화를 추진하고 있습니다. 이는 AI 투자에 있어 무조건적인 낙관보다는 자산 배분을 통해 위험을 관리하고 국부를 지키는 현명한 전략이 필요함을 시사합니다.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이 영상은 AI 시장의 복잡한 흐름과 트럼프 정책, 그리고 거시 경제 요인들이 어떻게 얽혀 있는지 명쾌하게 분석해 드립니다. 시청자들은 AI 투자에 대한 막연한 기대 대신, 현실적인 시장 변동성과 위험 요소를 이해하고 현명한 자산 배분 전략을 세우는 데 필요한 지식을 얻을 수 있습니다. 지금 바로 시청하여 미래 투자 기회를 포착하고 소중한 자산을 보호하세요.</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AI, 트럼프 정책, 주식 시장, 투자 전략, 금리</a:t>
            </a:r>
            <a:br/>
            <a:r>
              <a:t>🔗 Source: https://youtu.be/Ho5UQgFZX8I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
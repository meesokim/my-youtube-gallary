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트렌드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일본의 초고령사회 비즈니스 5가지 트렌드: 한국 시니어 시장의 미래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한국은 일본보다 훨씬 빠른 속도로 초고령사회에 진입하고 있으며, 이는 국가적 과제인 동시에 새로운 비즈니스 기회를 창출하고 있습니다. 이 영상은 일본의 성공적인 시니어 비즈니스 사례를 통해 한국 시장이 나아가야 할 방향을 제시하며, 특히 죽음 준비부터 돌봄, 관계 형성, 재취업, 커뮤니티까지 시니어의 삶 전반을 아우르는 5가지 핵심 트렌드를 분석합니다.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인생 마무리 활동(슈카츠) 시장의 성장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카마쿠라신쇼의 성공적인 피벗을 통해 죽음 준비가 단순한 장례를 넘어 종합적인 생애 후반 정보 플랫폼으로 진화하며 거대한 산업으로 성장하고 있음을 보여줍니다.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디지털 소외를 극복한 돌봄테크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조지루시의 전기포트와 마고채널의 TV 셋톱박스 사례처럼, 시니어의 기존 생활 습관을 존중하고 감성적 연결을 중시하는 기술이 고독사 및 고립 문제 해결에 효과적임을 입증합니다.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외로움과 자존감을 채우는 관계 기반 서비스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에이지웰재팬의 모토메이트는 요양이나 가사 대행이 아닌, 정기적인 방문을 통해 시니어의 외로움을 해소하고 자존감을 높이는 새로운 형태의 구독 서비스 시장을 개척했습니다.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한국의 초고령사회 진입 속도가 심상치 않다고 느끼시나요? 이 영상은 일본의 성공적인 시니어 비즈니스 모델 5가지를 통해 다가올 미래 시장의 기회를 명확하게 보여줍니다. 죽음 준비부터 돌봄, 관계 형성, 재취업까지, 시니어의 삶 전반을 아우르는 혁신적인 아이디어를 얻고 싶다면 반드시 시청하여 미래 사업 아이템을 발굴해 보세요!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고령화, 시니어 비즈니스, 일본 트렌드, 실버 경제, 액티브 시니어</a:t>
            </a:r>
            <a:br/>
            <a:r>
              <a:t>🔗 Source: https://youtu.be/Yo3lKRSaCks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
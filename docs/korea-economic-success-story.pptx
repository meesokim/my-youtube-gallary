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한국 경제 기적의 진짜 이유: 우리가 몰랐던 성공의 반전들</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이 영상은 한국이 가난한 나라에서 선진국으로 도약한 과정을 단순히 국민의 근면성이나 지도자의 리더십만으로 설명하는 대신, 농지 개혁과 교육 투자, 전략적인 산업화 정책, 그리고 위기 속에서 끊임없이 배우고 변화하며 시스템을 개선해 나간 복합적인 성공 요인들을 심층적으로 분석합니다. 한국 경제가 여러 차례의 위기를 극복하고 현재의 위치에 오기까지의 숨겨진 결정적 순간들을 다룹니다.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성장의 기반을 다진 농지 개혁과 교육 투자</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산업화 이전, 토지 소유 구조의 변화를 통해 농민들이 노동의 결실을 축적할 수 있는 기반을 마련하고, 초등 교육 확대로 읽고 쓸 줄 아는 인력을 양성하여 훗날 공업 발전에 필요한 숙련공과 기술자의 토대를 구축했습니다.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전략적 산업 전환과 외부 자원 활용</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단순 저임금 노동력 수출을 넘어, 가발과 의류 등 경공업으로 외화를 벌고 이를 중화학 공업(철강, 조선) 투자로 연결하여 산업 생태계를 구축했습니다. 또한 미국의 원조, 일본과의 국교 정상화, 중동 건설 시장 진출 등 외부 자원을 전략적으로 활용하며 자립 경제 기반을 마련했습니다.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위기 속 끊임없는 학습과 고부가가치 산업 전환</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1997년 외환 위기 이후 금융 개혁과 기업 구조조정을 통해 재무 건전성을 확보하고, 저임금 경쟁에서 벗어나 반도체, 첨단 제조 등 고부가가치 기술 집약 산업으로 전환하며 세계 시장에서의 경쟁력을 강화했습니다. 이는 단순히 위기를 버티는 것을 넘어 미래를 위한 지속적인 학습과 시스템 개선의 결과입니다.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한국이 어떻게 세계적인 경제 강국이 되었는지 궁금하다면 이 영상을 꼭 시청해 보세요. 단순히 알려진 성공 신화를 넘어, 수많은 위기와 시행착오 속에서 한국 사회가 어떻게 배우고 변화하며 성장해왔는지 그 진짜 이유를 깊이 있게 이해할 수 있을 것입니다. 과거의 성공 요인을 통해 현재와 미래의 도전 과제를 통찰하는 귀중한 기회가 될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한국 경제, 경제 성장, 산업화, IMF 외환 위기, 반도체</a:t>
            </a:r>
            <a:br/>
            <a:r>
              <a:t>🔗 Source: https://youtu.be/MTVZxNnPLKo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
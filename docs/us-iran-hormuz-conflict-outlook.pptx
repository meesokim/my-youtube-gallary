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국제정세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미국-이란 전쟁, 호르무즈 해협 통제권이 핵심 쟁점으로 부상한 이유와 향후 전망</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미국과 이란 간의 기존 합의가 사실상 파기된 가운데, 호르무즈 해협의 통제권이 양국 갈등의 핵심으로 떠올랐습니다. 이 영상은 이란이 호르무즈 해협 통제에 집착하는 이유와 미국의 딜레마, 그리고 트럼프 대통령의 선택지가 세계 경제와 미국 대선에 미칠 파급 효과를 심층 분석하며 전쟁의 향방을 예측합니다.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호르무즈 해협 통제권</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이란의 생존 전략이자 최후의 카드: 이란은 호르무즈 해협을 단순한 협상 지렛대가 아닌, 미국의 경제 제재와 군사적 압박에 맞설 수 있는 '신이 내린 최고의 선물'이자 '최후의 보루'로 인식하며, 전쟁 이전의 자유 통행을 거부하고 통제권 확보에 사활을 걸고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미국의 딜레마와 트럼프의 선택지</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파국이냐 체면 손상이냐: 미국은 이란의 민간 인프라 공격 위협까지 감행하며 협상 테이블로 끌어내려 하지만, 이는 이란의 보복 공격과 세계 경제 파국으로 이어질 수 있습니다. 트럼프 대통령은 확전으로 인한 세계 경제 위기 또는 호르무즈 해협 통제권 일부 양보로 인한 국내 정치적 비판이라는 최악의 선택지 앞에서 고뇌하고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장기화되는 소모전과 미국 대선에 미칠 악재</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이란은 유가 상승과 걸프 국가들의 압박, 그리고 트럼프 대통령의 대선 부담을 이용한 소모전 전략으로 장기전에 대비하고 있습니다. 전쟁이 길어질수록 미국 국민들의 피로감과 불만이 커져 트럼프 대통령의 지지율 하락과 대선에 부정적인 영향을 미칠 가능성이 높습니다.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지금 중동에서 벌어지고 있는 미국과 이란의 갈등이 단순한 지역 분쟁을 넘어 전 세계 경제와 국제 정세에 어떤 영향을 미칠지 궁금하신가요? 이 영상을 통해 호르무즈 해협을 둘러싼 양국의 첨예한 대립의 본질과 트럼프 대통령의 고뇌, 그리고 앞으로 펼쳐질 전쟁의 시나리오를 명확하게 이해하고, 급변하는 국제 정세 속에서 현명한 통찰력을 얻어가시길 강력히 추천합니다.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미국-이란 전쟁, 호르무즈 해협, 유가, 트럼프, 중동 정세, 이란 핵</a:t>
            </a:r>
            <a:br/>
            <a:r>
              <a:t>🔗 Source: https://youtu.be/JfVJbMt_KXA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
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개발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오르카(Orca): Git 워크트리 기반의 강력한 AI 에이전트 관리 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오르카는 오픈소스 기반의 ID 도구로, Git 워크트리를 활용하여 여러 AI 에이전트를 병렬로 실행하고 관리합니다. 모바일 연동을 통한 끊김 없는 작업 연속성과 웹 UI 요소를 직접 에이전트에게 지시하는 혁신적인 기능을 제공하여 개발 생산성을 극대화합니다.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Git 워크트리 기반 병렬 에이전트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오르카는 Git 워크트리 개념을 활용하여 코덱스, 헤르메스 등 다양한 AI 에이전트들을 독립적인 작업 공간에서 병렬로 실행 및 관리함으로써, 복잡한 개발 프로젝트의 효율성을 크게 향상시킵니다.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모바일 연동을 통한 세션 연속성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PC에서 진행하던 개발 작업을 모바일 앱에서 거의 동일한 UI로 이어서 할 수 있는 강력한 모바일 컴패니언 기능을 제공하여, 장소에 구애받지 않고 유연하게 개발을 지속할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직관적인 웹 UI 상호작용 및 GitHub 통합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웹 화면을 터미널처럼 띄워 특정 UI 요소를 에이전트에게 직접 지시하거나 주석을 달 수 있으며, GitHub의 PR, 이슈, 머지 등 핵심 개발 워크플로우를 오르카 내에서 통합 관리하여 개발 생산성을 극대화합니다.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개발 생산성을 한 단계 업그레이드하고 싶은 분이라면 이 영상을 놓치지 마세요! 오르카는 Git 워크트리 기반의 효율적인 에이전트 관리와 놀라운 모바일 연동성으로 언제 어디서든 끊김 없는 개발 경험을 제공합니다. 웹 UI 요소를 직접 에이전트에게 지시하고 통합된 GitHub 워크플로우를 통해 스마트하게 작업하며, 여러분의 개발 속도를 혁신적으로 높일 수 있을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오르카, IDE, Git 워크트리, AI 에이전트, 모바일 개발, 개발 생산성, 오픈소스</a:t>
            </a:r>
            <a:br/>
            <a:r>
              <a:t>🔗 Source: https://youtu.be/T9mypKihAeY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
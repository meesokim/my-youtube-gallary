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[ 경영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민음사, 출판업계 불황 속 72% 영업이익 성장 비결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828800" cy="36576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Malgun Gothic"/>
              </a:defRPr>
            </a:pPr>
            <a:r>
              <a:t>출판업계 전반의 매출 감소 속에서도 민음사가 72%의 영업이익 성장을 기록하며 주목받고 있습니다. 이는 '민음사TV'의 성공적인 팬덤 구축과 구간 도서 판매 전략, 그리고 창업자 박맹호 회장의 장기적인 안목과 혁신적인 경영 철학 덕분입니다.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772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algun Gothic"/>
              </a:defRPr>
            </a:pPr>
            <a:r>
              <a:t>▸ 출판업계 전반의 매출 감소 속에서도 민음사는 민음사TV를 통해 강력한 팬덤을 구축하고 유료 멤버십 '민음북클럽'의 성공으로 매출을 크게 늘렸습니다.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algun Gothic"/>
              </a:defRPr>
            </a:pPr>
            <a:r>
              <a:t>▸ 민음사TV는 직접적인 책 홍보 대신 직원들의 일상 콘텐츠로 친근함을 형성하며, 이는 높은 마진율을 가진 구간 도서(백리스트) 판매 증가로 이어졌습니다.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algun Gothic"/>
              </a:defRPr>
            </a:pPr>
            <a:r>
              <a:t>▸ 창업자 박맹호 회장은 60년 전부터 세계 문학 전집과 같은 강력한 IP를 구축하고, 가로쓰기 도입, 북 디자인 개념 정립 등 혁신을 통해 민음사의 기반을 다졌습니다.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algun Gothic"/>
              </a:defRPr>
            </a:pPr>
            <a:r>
              <a:t>▸ 해적판 출판으로 시작해 저작권 선점의 중요성을 깨닫고 '세계문학 전집'을 기획, 30년간 500종 2,200만 부 판매라는 경이로운 기록을 세웠습니다.</a:t>
            </a:r>
          </a:p>
          <a:p>
            <a:pPr>
              <a:spcAft>
                <a:spcPts val="800"/>
              </a:spcAft>
              <a:defRPr sz="1300">
                <a:solidFill>
                  <a:srgbClr val="EEEEEE"/>
                </a:solidFill>
                <a:latin typeface="Malgun Gothic"/>
              </a:defRPr>
            </a:pPr>
            <a:r>
              <a:t>▸ '한번 해 보게'라는 박맹호 회장의 철학 아래 전문 편집자에게 자율성을 부여하고 인재를 육성하는 DNA가 민음사의 지속적인 성공을 이끌었습니다.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Malgun Gothic"/>
              </a:defRPr>
            </a:pPr>
            <a:r>
              <a:t>Keywords: 민음사, 출판업계, 민음사TV, 세계문학전집, 경영전략  |  🔗 https://youtu.be/LKKTAJytBRo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
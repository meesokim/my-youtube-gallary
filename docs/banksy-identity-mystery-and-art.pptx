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예술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뱅크시, 그는 누구인가? 30년 익명성 뒤에 숨겨진 예술가의 진실과 메시지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30년간 베일에 싸여 있던 거리의 예술가 뱅크시의 정체에 대한 논란과 그 의미를 파헤칩니다. 최근 로이터 통신의 탐사 보도로 유력한 인물이 지목되었지만, 뱅크시 본인의 침묵과 대중의 반응을 통해 익명성이 그의 예술에 미치는 영향과 진정한 메시지가 무엇인지 심층적으로 분석합니다.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익명성은 생존 전략이자 예술의 일부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뱅크시의 익명성은 영국에서 불법인 그래피티 활동을 위한 현실적인 생존 전략에서 시작되었으며, 이는 점차 그의 작품의 핵심 경험이자 유령 같은 매력으로 자리 잡았습니다.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낭만을 넘어선 시스템화된 익명성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뱅크시의 익명성은 단순한 낭만이 아닌, '패스트 컨트롤'이라는 공식 인증 기관과 최소 7개의 법인을 통해 철저하게 관리되는 시스템이었으며, 이는 얼굴 없는 예술가의 아이러니를 보여줍니다.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정체 폭로 논란과 예술적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로이터 통신이 지리 프로파일링, 사진, 국경 기록 등 결정적인 단서로 로빈 거닝엄을 뱅크시로 지목했으나, 뱅크시의 침묵과 대중의 비판적 반응은 예술가의 정체보다 작품과 메시지, 그리고 익명성 자체가 거대한 예술 프로젝트임을 시사합니다.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30년 동안 전 세계를 궁금하게 했던 거리의 예술가 뱅크시, 과연 그는 누구일까요? 이 영상을 통해 그의 익명성이 단순한 신비주의를 넘어선 생존 전략이자 거대한 예술 작품이었음을 깊이 있게 탐구하고, 그의 정체 폭로가 우리에게 던지는 질문들을 함께 고민해 볼 수 있습니다. 예술과 사회에 대한 새로운 시각을 얻고 싶다면 놓치지 마세요!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뱅크시, 익명성, 그래피티, 로빈 거닝엄, 반자본주의, 현대미술</a:t>
            </a:r>
            <a:br/>
            <a:r>
              <a:t>🔗 Source: https://youtu.be/P5HkM3252cI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
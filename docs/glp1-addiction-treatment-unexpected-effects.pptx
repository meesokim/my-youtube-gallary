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의학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GLP-1 약물의 예상치 못한 효과: 비만 치료제를 넘어 중독까지?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GLP-1 계열 약물(위고비, 마운자로 등)이 비만 및 당뇨 치료를 넘어 알코올, 니코틴, 마약 등 다양한 중독 치료에도 긍정적인 효과를 보인다는 최신 연구 결과가 주목받고 있습니다. 이 약물은 뇌의 보상 회로에 작용하여 단순히 식욕을 억제하는 것을 넘어 '원하는 마음' 자체를 줄여주는 '좋은 부작용'을 나타내며, 이는 현대 의학의 새로운 지평을 열고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GLP-1의 중독 치료 효과 발견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비만 치료제 위고비, 마운자로 등이 알코올, 니코틴, 마약 등 5대 중독 물질에 대한 갈망을 동시에 낮추는 '좋은 부작용'을 보이며, 미국 재향군인 60만 명 대상 관찰 연구 및 무작위 임상 시험을 통해 그 효과가 입증되었습니다.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뇌 보상 회로 조절을 통한 '원함' 감소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GLP-1은 뇌의 복측 피계 영역(VTA)과 측좌액(Nucleus Accumbens)에 작용하여 도파민 분비 및 보상 동기, 갈망을 제어합니다. 이는 단순히 식욕을 줄이는 것을 넘어 '음식 노이즈'와 같은 강박적인 생각을 없애고, 특정 행동에 대한 '원함' 자체를 비정상적으로 비대해진 중독된 뇌의 균형을 되찾아주는 효과를 가져옵니다.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당뇨병 치료제에서 행동 조절제로의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원래 혈당 강하 목적으로 개발된 GLP-1은 식욕 감소 및 체중 감량 효과를 거쳐 이제는 중독 치료 가능성까지 제시하며 '항비만 제제'를 넘어 '행동 조절제'로서의 무한한 영토 확장을 보여주고 있습니다. 또한, 비당뇨 환자에게도 저혈당 위험 없이 혈당을 스마트하게 조절하는 특성을 가집니다.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이 영상은 단순히 살 빼는 약으로만 알았던 GLP-1 계열 약물이 우리의 뇌와 욕망에 어떤 놀라운 영향을 미치는지 심도 있게 알려줍니다. 중독의 본질과 최신 의학 기술이 어떻게 우리의 삶을 변화시킬 수 있는지 궁금하다면, 이 영상을 통해 새로운 의학적 통찰과 건강한 삶을 위한 희망을 얻어가세요.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GLP-1, 비만약, 중독치료, 뇌보상회로, 위고비</a:t>
            </a:r>
            <a:br/>
            <a:r>
              <a:t>🔗 Source: https://youtu.be/n-oxjOCXLSE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
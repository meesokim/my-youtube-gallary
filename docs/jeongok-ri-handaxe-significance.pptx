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역사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전곡리 주먹도끼: 인류 문명사를 뒤바꾼 돌멩이의 비밀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이 영상은 연천 전곡리 주먹도끼의 발견이 인류 역사와 고고학 연구에 어떤 혁명적인 변화를 가져왔는지 심층적으로 다룹니다. 전곡 선사 박물관 이한용 전 관장님과의 대화를 통해 주먹도끼가 단순한 도구를 넘어 인류의 인지 능력과 생존 전략을 보여주는 증거이자, 서구 중심의 구석기 문화 이원론을 반박한 결정적 유물임을 조명합니다. 또한, 이 발견이 일본의 구석기 유적 조작 사건까지 촉발하며 세계 고고학계에 미친 지대한 영향을 생생하게 전달합니다.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인류 인지 능력의 증거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주먹도끼는 단순히 돌을 깨서 만든 도구가 아닌, 제작자의 머릿속에 설계도가 존재하여 계획, 예측, 판단 등 고도의 인지 능력이 반영된 인류 생존 전략의 총체임을 보여줍니다.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세계 구석기 문화 이원론 반박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연천 전곡리 주먹도끼의 발견은 동양의 구석기 기술이 서양보다 뒤떨어졌다는 '모비우스 라인' 학설을 고고학적 증거로 일거에 뒤집으며, 아시아 구석기 연구의 새로운 지평을 열었습니다.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인류 문명사의 전환점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주먹도끼는 당시 인류의 생존에 필요한 모든 정보의 총체이자 다기능 도구였으며, 그 발견은 한국 고고학의 위상을 높이고 일본의 구석기 유적 조작 사건까지 촉발하며 인류 문명사 연구에 지대한 영향을 미쳤습니다.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이 영상은 단순한 돌멩이처럼 보이는 주먹도끼가 어떻게 인류의 역사와 문명에 혁명적인 변화를 가져왔는지 깊이 있게 탐구합니다. 전곡리 주먹도끼의 숨겨진 이야기와 그 고고학적 의미를 통해 인류의 지혜와 편견을 넘어선 진실을 발견하고 싶다면, 이 영상을 꼭 시청해보세요. 우리가 발 딛고 선 땅 아래 묻힌 수십만 년 전 인류의 흔적에서 놀라운 통찰을 얻게 될 것입니다.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전곡리 주먹도끼, 구석기, 고고학, 모비우스 라인, 인류 진화, 선사시대, 연천</a:t>
            </a:r>
            <a:br/>
            <a:r>
              <a:t>🔗 Source: https://youtu.be/tveaEJmmtMU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
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인지과학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동물은 덧셈만? 인간이 뺄셈을 하는 방법: 숫자 기호가 만든 인지 혁명</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이 영상은 동물들이 수를 인지하는 방식과 인간이 숫자를 통해 계산하는 방식의 근본적인 차이를 탐구합니다. 기린의 덧셈과 뺄셈 능력 실험을 통해 동물은 수를 '느끼는' 반면, 인간은 숫자를 '기호화'하여 복잡한 연산을 수행하며 인지적 한계를 넘어섰음을 보여줍니다.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동물의 수 감각 한계</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덧셈은 가능하지만 뺄셈은 어려운 이유: 기린, 침팬지 등 여러 동물은 양을 '느끼는' 방식으로 덧셈과 같은 수 감각을 보여주지만, '없는 것'을 능동적으로 추적하고 빼내는 뺄셈에서는 현저히 낮은 성공률을 보입니다. 이는 동물들이 수를 기호화하여 추상적으로 다루기보다는 감각적으로 인지하기 때문입니다.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영리한 한스 효과와 과학적 방법론의 발전</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동물 인지 연구의 전환점: '영리한 한스' 사건은 실험자의 무의식적 신호가 동물 행동에 미치는 영향을 밝혀내며, 이중 맹검법과 같은 엄격한 과학적 실험 설계의 중요성을 강조했습니다. 이를 통해 동물들의 실제 인지 능력을 편향 없이 측정할 수 있는 토대가 마련되었고, 사자나 까마귀 같은 동물들의 놀라운 수 감각이 재조명되었습니다.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인간의 숫자 기호화 능력</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뺄셈을 가능하게 한 인지 혁명: 인간은 '5 - 2'와 같이 수를 외부 기호로 표현함으로써, 머릿속에서 복잡한 양을 기억하고 조작해야 하는 부담을 덜어냅니다. 이는 동물이 넘지 못했던 뺄셈의 벽을 허물고, 더 나아가 고도의 수학적 사고와 문명 발전을 가능하게 한 인간만의 독특한 인지적 도약입니다.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동물들이 과연 계산을 할 수 있을까요? 이 영상은 기린의 덧셈과 뺄셈 능력 실험부터 영리한 한스 효과, 그리고 인간이 숫자를 통해 어떻게 인지적 한계를 넘어섰는지 흥미롭게 탐구합니다. 동물의 놀라운 수 감각과 인간만의 독특한 사고방식의 차이를 이해하고 싶다면 꼭 시청해 보세요!</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동물 인지, 영리한 한스 효과, 수 감각, 숫자, 인간 지능, 뺄셈</a:t>
            </a:r>
            <a:br/>
            <a:r>
              <a:t>🔗 Source: https://youtu.be/yF69rIvFL-4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
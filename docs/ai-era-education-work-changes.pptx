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트렌드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AI 시대, 자녀 교육과 직장 생활의 변화: 우리는 무엇을 준비해야 하는가?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AI 기술의 발전은 직장과 자녀 교육 방식에 혁명적인 변화를 가져오고 있습니다. AI 활용 능력에 따라 개인의 생산성과 임금 격차가 크게 벌어지고 있으며, 조직 내 소통 방식과 채용 기준 또한 근본적으로 재편되고 있습니다. 이 영상은 AI 시대에 도태되지 않고 성공적으로 적응하기 위해 필요한 핵심 역량과 교육 방향을 심층적으로 분석합니다.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AI 활용 능력의 중요성 및 생산성 격차 심화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AI를 잘 활용하는 직원은 그렇지 않은 직원보다 최대 6배(코딩 분야는 17배) 높은 생산성을 보이며, 임금 상승률도 25% 더 높습니다. 이는 기업들이 AI 활용 능력을 핵심 역량으로 인식하고 채용 및 보상에 적극 반영하고 있음을 의미합니다.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조직 내 소통 감소와 인간관계의 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AI 도구 사용 증가로 동료 간 협업 대화가 80% 가까이 급감하며, 이는 업무 소외감과 편의주의적 행동으로 이어져 조직 붕괴의 위험을 초래할 수 있습니다. 따라서 미래에는 AI를 활용하면서도 인간적인 소통 능력과 리더십, 팔로워십이 더욱 중요해집니다.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미래 인재의 핵심 역량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AI 관리 능력과 인간미: AI 시대에는 단순히 일을 잘하는 것을 넘어 AI에게 일을 '잘 시키는' 능력과 나만의 AI 조직을 구축하는 역량이 필수적입니다. 또한, 기계가 대체할 수 없는 인간적인 매력, 즉 '인간미'와 갈등 해결 능력, 공감 능력이 직장 생활의 중요한 성공 요인이 될 것입니다.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AI가 가져올 미래가 막연하게 두렵거나, 우리 아이들을 어떻게 키워야 할지 고민이 많으신가요? 이 영상을 통해 AI 시대에 필요한 핵심 역량과 변화하는 직장 문화를 명확히 이해하고, 나 자신과 자녀의 미래를 위한 구체적인 준비 방향을 얻어가세요. 지금 바로 시청하고 미래를 선도하는 인사이트를 얻으시길 바랍니다!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AI, 미래교육, 직장변화, 생산성, 리더십, 인간미</a:t>
            </a:r>
            <a:br/>
            <a:r>
              <a:t>🔗 Source: https://youtu.be/EXu3I--K2kw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
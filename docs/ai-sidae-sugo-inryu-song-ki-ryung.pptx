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트렌드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AI 시대, 우리는 어떤 '수고'를 하며 살아야 하는가? (송기령 작가와 함께)</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AI 시대가 도래하며 인간의 노동과 직업의 가치가 근본적으로 변화하고 있습니다. 이 영상에서는 송기령 작가와 함께 AI가 대체할 수 없는 인간만의 '수고'의 의미를 탐색하고, 급변하는 사회에서 우리가 어떤 삶의 방향성을 가져야 할지 심도 있게 논의합니다. 평생 직장 개념의 소멸부터 새로운 직업 가치까지, 미래를 위한 통찰을 제공합니다.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AI 시대, 노동의 재정의와 인간의 '수고'</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AI가 단순 반복적인 육체 및 사무 노동을 대체함에 따라, 인간은 고통을 감내하는 '수고'의 의미를 재정의하게 됩니다. 특히 심미성, 탐미, 조예 등 부가가치가 더해진 심화된 노동, 즉 AI가 모방하기 어려운 인간 고유의 감각과 창의성이 요구되는 분야에서 땀 흘리는 행위의 가치가 더욱 높아질 것입니다.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직업 가치 변화와 개인의 전문성 강화</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과거 '평생 직장'과 '순환 보직'의 가치는 사라지고, '어떤 일을 했는지'에 대한 개인의 직무 전문성이 중요해집니다. AI가 허드렛일을 대체하며 마이스터는 남지만 도제는 사라지고, 중간 관리자의 역할이 축소되는 등, 개인의 독보적인 역량과 근원적 사고 능력이 더욱 중요해지는 시대가 도래합니다.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미래 역량으로서의 근원적 질문과 종합적 사고</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코딩과 같은 기술적 역량마저 AI에 의해 대체될 수 있는 시대에, 우리는 '무엇이 유효할 것인가'에 대한 근원적 질문을 던져야 합니다. 철학적 사고와 같이 기술이 아닌 인간 고유의 종합적 사고 능력, 즉 AI가 할 수 없는 깊이 있는 질문과 통찰을 통해 새로운 가치를 창출하는 것이 미래 시대의 핵심 역량이 될 것입니다.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AI 시대의 불확실한 미래 앞에서 막연한 불안감을 느끼고 계신가요? 이 영상을 통해 송기령 작가와 함께 인간만이 할 수 있는 '수고'의 진정한 의미를 발견하고, 변화하는 노동 시장에서 나만의 가치를 높일 수 있는 통찰을 얻어가세요. 미래를 준비하는 현명한 시청자라면 반드시 봐야 할 영상입니다.</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AI 시대, 수고 인류, 노동의 미래, 직업 변화, 송기령 작가</a:t>
            </a:r>
            <a:br/>
            <a:r>
              <a:t>🔗 Source: https://youtu.be/G7X-z_3ZzYw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
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영화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크리스토퍼 놀란 &amp; 맷 데이먼: 영화 '오딧세이' 제작 비하인드 스토리</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크리스토퍼 놀란 감독과 배우 맷 데이먼이 고대 서사시를 현대 영화로 재탄생시킨 '오딧세이'에 대해 심도 깊은 이야기를 나눕니다. 놀란 감독은 3천 년 된 원작의 비선형적 구조와 인간적 보편성을 영화화한 이유를 설명하고, 맷 데이먼은 복합적인 오딧세이 캐릭터를 연기하며 겪은 도전과 놀란 감독의 뛰어난 각본에 대한 찬사를 전합니다.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고대 서사시의 현대적 재해석</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크리스토퍼 놀란 감독은 3천 년 된 서양 문학의 근간인 '오딧세이'가 현대 영화로 제작된 적이 없다는 점에 주목했습니다. 그는 원작의 놀라운 보편성과 인간적인 접근성을 통해 관객에게 새로운 경험을 선사하고 싶었으며, 원작의 모험적인 비선형적 구조를 최대한 유지하며 오딧세이, 페넬로페, 텔레마코스의 세 가지 시점을 균형 있게 담아내려 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맷 데이먼이 말하는 오딧세이 연기와 놀란 감독의 각본</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맷 데이먼은 오딧세이 역을 맡는 것에 대한 설렘과 동시에 엄청난 부담감을 느꼈지만, 놀란 감독의 신뢰 덕분에 캐릭터에 몰입할 수 있었습니다. 그는 '오딧세이' 촬영이 마치 6편의 다른 영화를 만드는 것 같았다고 회상하며, 놀란 감독의 각본이 매우 치밀하고 구체적이어서 캐릭터 해석에 큰 도움이 되었다고 극찬했습니다.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놀란 감독의 맷 데이먼 캐스팅 비화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놀란 감독은 오딧세이 캐릭터의 복합성(평범한 인물, 슈퍼히어로, 훈련된 킬러 등)을 모두 소화할 수 있는 배우를 찾았고, 맷 데이먼의 뛰어난 감수성과 관객과의 깊은 신뢰 관계를 높이 평가했습니다. 특히 오딧세이가 집으로 돌아온 후 페넬로페와 재회하는 장면을 가장 중요하게 생각했으며, 맷 데이먼이 캐릭터의 여러 층위를 자연스럽게 표현하며 관객을 여정으로 이끌 수 있다고 확신했습니다.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3천 년 역사의 고대 서사시 '오딧세이'가 크리스토퍼 놀란 감독의 손에서 어떻게 현대적인 걸작으로 재탄생했는지 궁금하신가요? 이 영상을 통해 놀란 감독의 깊이 있는 연출 철학과 맷 데이먼이 복합적인 오딧세이 캐릭터를 소화하기 위한 노력, 그리고 두 거장이 함께 만들어낸 놀라운 시너지 효과를 직접 확인하고 영화에 대한 기대감을 한껏 높여보세요!</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오딧세이, 크리스토퍼놀란, 맷데이먼, 영화제작, 인터뷰</a:t>
            </a:r>
            <a:br/>
            <a:r>
              <a:t>🔗 Source: https://youtu.be/SRS4lLZow8U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
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6B"/>
                </a:solidFill>
                <a:latin typeface="Malgun Gothic"/>
              </a:defRPr>
            </a:pPr>
            <a:r>
              <a:t>💡 [ AI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Malgun Gothic"/>
              </a:defRPr>
            </a:pPr>
            <a:r>
              <a:t>AI는 뇌를 모방한다? 60년 내러티브의 반전과 LLM의 진실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228600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400">
                <a:solidFill>
                  <a:srgbClr val="A0A0B8"/>
                </a:solidFill>
                <a:latin typeface="Malgun Gothic"/>
              </a:defRPr>
            </a:pPr>
            <a:r>
              <a:t>AI는 오랫동안 뇌를 모방하는 기계라는 프레임에 갇혀 있었지만, 현대 AI의 핵심인 LLM(Large Language Model)은 뇌와 무관하게 발전했습니다. 흥미롭게도 최근 연구들은 인간 뇌의 언어 처리 방식이 LLM과 유사하게 작동할 수 있음을 시사하며, 60년간 이어진 'AI 뇌 모방' 내러티브가 역전되는 현상을 보여줍니다. 이 영상은 AI 발전의 역사와 내러티브의 중요성을 깊이 있게 탐구합니다.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01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AI 뇌 모방 내러티브의 탄생과 한계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1958년 퍼셉트론의 등장으로 AI가 뇌를 모방한다는 강력한 내러티브가 시작되었으나, 이는 실제 뇌의 복잡성을 극단적으로 단순화한 모델이었으며, 생물학적 비현실성에 대한 비판에도 불구하고 내러티브의 힘으로 지속되었습니다.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02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트랜스포머와 LLM의 패러다임 전환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2017년 구글의 'Attention is All You Need' 논문에서 소개된 트랜스포머 아키텍처는 뇌 모방이 아닌 언어 모델의 효율성 개선을 목표로 개발되었으며, 모든 종류의 데이터를 토큰화하여 처리하는 범용성을 입증하며 현대 AI의 핵심이자 새로운 패러다임을 제시했습니다.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03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LLM이 뇌 과학에 미치는 역방향 영향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60년간 이어진 'AI가 뇌를 모방한다'는 내러티브와 달리, 최근 뇌 과학 연구들은 인간 뇌의 언어 처리 방식이 LLM처럼 다음 단어를 예측하는 원리와 유사할 수 있음을 밝혀내며, LLM이 뇌를 이해하는 가장 좋은 모델이 될 수 있다는 놀라운 가능성을 제시합니다.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62895" cy="3474720"/>
          </a:xfrm>
          <a:prstGeom prst="roundRect">
            <a:avLst/>
          </a:prstGeom>
          <a:solidFill>
            <a:srgbClr val="1A1A2E"/>
          </a:solidFill>
          <a:ln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F6B6B"/>
                </a:solidFill>
                <a:latin typeface="Malgun Gothic"/>
              </a:defRPr>
            </a:pPr>
            <a:r>
              <a:t>🎯 AI 추천사 및 시청 가치</a:t>
            </a:r>
          </a:p>
          <a:p>
            <a:pPr>
              <a:lnSpc>
                <a:spcPct val="130000"/>
              </a:lnSpc>
              <a:defRPr sz="1800" i="1">
                <a:solidFill>
                  <a:srgbClr val="E8E8F0"/>
                </a:solidFill>
                <a:latin typeface="Malgun Gothic"/>
              </a:defRPr>
            </a:pPr>
            <a:r>
              <a:t>AI가 뇌를 모방한다는 익숙한 이야기에 가려진 진짜 AI의 발전사와 최신 트렌드를 알고 싶다면 이 영상을 꼭 시청해보세요. 복잡한 AI 기술의 핵심 원리를 쉽고 명확하게 이해하고, 기술 발전 이면에 숨겨진 '내러티브의 힘'이 시장과 과학에 어떤 영향을 미치는지 깊이 있는 통찰력을 얻을 수 있을 것입니다. AI에 대한 고정관념을 깨고 새로운 시각을 얻어갈 수 있는 귀중한 시간이 될 것입니다.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88888"/>
                </a:solidFill>
                <a:latin typeface="Malgun Gothic"/>
              </a:defRPr>
            </a:pPr>
            <a:r>
              <a:t>🏷️ Keywords: AI, LLM, 트랜스포머, 뇌과학, 내러티브, 딥러닝, 인공신경망</a:t>
            </a:r>
            <a:br/>
            <a:r>
              <a:t>🔗 Source: https://youtu.be/tBQ262gwJVA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
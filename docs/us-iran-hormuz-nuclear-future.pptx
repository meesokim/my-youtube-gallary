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국제정세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미국-이란 갈등: 호르무즈 해협과 핵 문제, 출구는 어디인가?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미국과 이란의 갈등은 호르무즈 해협 통제권과 이란 핵 문제라는 두 가지 핵심 쟁점을 중심으로 심화되고 있습니다. 미국은 이란의 예상 밖의 저항과 강경한 태도에 직면하여 진퇴양난에 빠졌으며, 이란은 호르무즈 해협을 주권 문제이자 핵 협상의 강력한 지렛대로 활용하고 있습니다. 이 영상은 양측의 인식 차이와 전략적 딜레마를 분석하며, 향후 갈등의 전개 양상을 예측합니다.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미국의 오판과 이란의 저항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개전 초기 이란 정권 붕괴를 예상했던 미국과 이스라엘의 시나리오가 빗나가면서, 이란은 무너지지 않으면 이긴다는 전략으로 버텨내며 오히려 더 강경한 태도를 보이고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호르무즈 해협 통제권의 전략적 중요성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이란은 호르무즈 해협 통제를 단순한 경제적 수단이 아닌 주권 문제이자 미국과 이스라엘의 공격을 억제하기 위한 핵심 전략적 지렛대로 인식하며, 통행료 부과 등 실질적인 조치를 취하고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미국의 진퇴양난과 핵 협상의 미래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트럼프 대통령은 핵 문제 해결을 위해 호르무즈 해협 문제에 대한 양보를 고려해야 하는 딜레마에 빠졌으며, 이란은 이미 핵 개발 지식과 기술을 보유하고 있어 물리적 압박보다는 협상을 통한 통제가 현실적인 대안으로 부상하고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미국과 이란의 복잡한 갈등이 어떻게 전개될지 궁금하신가요? 이 영상을 통해 호르무즈 해협과 핵 문제를 둘러싼 양국의 첨예한 대립과 각국의 전략적 딜레마를 깊이 있게 이해할 수 있습니다. 국제 정세의 큰 흐름을 읽고 미래를 예측하는 통찰력을 얻고 싶다면 이 영상을 놓치지 마세요!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미국-이란, 호르무즈 해협, 핵 문제, 트럼프, 중동 정세</a:t>
            </a:r>
            <a:br/>
            <a:r>
              <a:t>🔗 Source: https://youtu.be/IcLCeMyc6G0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
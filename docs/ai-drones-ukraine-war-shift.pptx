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전쟁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드론이 바꾼 전쟁의 판도: 우크라이나-러시아 전황의 결정적 전환점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최근 우크라이나 전쟁에서 AI 칩이 장착된 자율 드론의 등장은 전황을 급격히 우크라이나에 유리하게 바꾸고 있습니다. 러시아군은 막대한 사상자와 함께 신병의 기대 수명이 2주에 불과할 정도로 큰 피해를 입고 있으며, 우크라이나는 첨단 기술을 활용해 러시아 본토 깊숙한 곳까지 타격하며 전쟁의 새로운 방향을 제시하고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러시아군의 막대한 인명 피해와 사기 저하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올해만 40만 명의 사상자가 발생하고 전사율이 9배 증가했으며, 신병의 기대 수명이 2주에 불과할 정도로 러시아군의 인명 피해가 심각하고 사기가 저하되고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우크라이나의 AI 자율 드론 투입과 전술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우크라이나가 AI 칩이 장착된 자율 드론을 투입하면서 러시아군의 장갑차 진입 시 즉각적인 타격이 가능해졌고, 이는 기존 전술의 무력화와 함께 전장의 효율성을 극대화하고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우크라이나의 공격 범위 확장 및 전략적 우위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3천km 떨어진 시베리아의 러시아 최대 정유 시설까지 드론 공격이 성공하면서 우크라이나의 공격 범위가 비약적으로 확장되었고, 이는 전반적인 전쟁의 판도를 우크라이나에 월등히 유리하게 만들고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영상을 통해 AI 기술이 현대 전쟁의 양상을 어떻게 근본적으로 변화시키고 있는지 생생하게 이해할 수 있습니다. 우크라이나-러시아 전쟁의 최신 전황과 미래 전쟁의 모습을 예측하며, 첨단 기술이 안보에 미치는 영향에 대한 깊이 있는 통찰을 얻어가세요.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우크라이나 전쟁, AI 드론, 자율 무기, 군사 기술, 전황 분석</a:t>
            </a:r>
            <a:br/>
            <a:r>
              <a:t>🔗 Source: https://youtu.be/GltyQPiGkmw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
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트렌드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트렌드 코리아 2027: AI 시대, 변화를 이끄는 10가지 핵심 키워드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2027년 트렌드 코리아가 제시하는 10가지 핵심 키워드를 소개합니다. AI가 우리 삶에 보편화되어 더 이상 직접적인 키워드로 등장하지 않지만, 그 여파와 인간 및 조직의 대응 방식이 미래 사회의 중요한 흐름을 형성할 것임을 강조합니다. 권태 사회, 해봄 경제, 휴먼 엣지 등 다양한 관점에서 다가올 변화를 심층적으로 분석합니다.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시대의 역설적 트렌드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AI가 공기처럼 보편화되어 직접적인 키워드에서 사라졌지만, AI가 스며든 사회에서 그 여파와 인간 및 조직의 대응 방식이 2027년 트렌드의 핵심으로 부상하고 있음을 설명합니다.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과잉의 권태 사회와 심심함의 미학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현대 사회의 과도한 자극과 바쁜 일상 속에서 발생하는 '과잉의 권태'를 진단하고, 역설적으로 심심함을 통해 새로운 변화와 창의성을 모색해야 하는 개인 및 조직의 대응 방안을 제시합니다.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해봄 경제와 실행 중심의 성장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완벽함보다는 일단 실행하고 개선해 나가는 'done is better than perfect' 태도가 AI 시대에 개인과 기업의 성공을 이끄는 핵심 패러다임임을 강조하며, '하이 에이전시'의 중요성을 역설합니다.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2027년의 사회와 비즈니스 트렌드를 미리 파악하고 싶다면 이 영상을 꼭 시청하세요. AI가 일상이 된 시대에 우리가 무엇에 집중하고 어떻게 변화에 대응해야 할지 구체적인 인사이트를 얻을 수 있을 것입니다. 개인의 삶과 조직의 미래를 위한 현명한 전략을 세우는 데 큰 도움이 될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트렌드 코리아 2027, AI 시대, 미래 예측, 소비자 트렌드, 경영 전략</a:t>
            </a:r>
            <a:br/>
            <a:r>
              <a:t>🔗 Source: https://youtu.be/aMM92QDdwrU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
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산업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아무나 지을 수 없는 반도체 공장: 광주 군공항이 최적지인 4가지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반도체 공장 건설에 필요한 극단적인 네 가지 조건(먼지, 진동, 물, 전기)을 상세히 설명합니다. 특히, 광주 군공항 부지가 이러한 까다로운 조건을 놀랍도록 충족하며 800조 원 규모의 반도체 공장 후보지로 떠오른 배경과 그 가능성, 그리고 남은 과제들을 심층적으로 분석합니다.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극단적인 청정 환경 요구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나노미터급 회로 보호를 위한 축구장 수십 개 규모의 클린룸 유지: 반도체 회로의 선폭이 머리카락 굵기의 10만분의 1 수준인 나노미터 단위이므로, 먼지 한 톨이 수천만 원 상당의 웨이퍼를 불량 처리할 수 있어 일반 사무실보다 50만 배 깨끗한 클린룸을 축구장 수십 개 면적으로 24시간 365일 유지해야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절대적인 지반 안정성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나노미터급 정밀 공정을 위한 미세 진동 제어: 나노미터급 회로를 새기는 노광 장비는 대형 트럭의 미세한 진동조차 오차로 이어질 수 있어, 건물 자체의 두꺼운 기초 슬래브와 독립 기초 재진대, 능동 방진 장치 외에도 지진이 드문 근본적으로 흔들리지 않는 땅을 선택하는 것이 필수적입니다.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대도시급 자원 소비와 인프라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초순수 및 전력의 안정적 대량 공급: 반도체 펩 하나가 하루에 대도시 상수도 사용량에 맞먹는 13.7만 톤의 초순수와 서울시 전체 연간 전력량에 해당하는 6.3GW(펩 4개 기준)의 전력을 소비하므로, 발전소 건설을 넘어 초고압 송전선로, 변전소, 이중 백업 시스템 등 대규모 전력 및 용수 인프라를 처음부터 갖춘 부지가 중요합니다.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영상은 반도체 공장이 얼마나 까다로운 조건을 요구하는지 생생하게 보여주며, 우리가 매일 쓰는 반도체가 어떻게 만들어지는지 깊이 이해할 수 있게 합니다. 특히 광주 군공항이 반도체 클러스터의 최적지로 떠오른 흥미로운 배경과 그 안에 숨겨진 과학적, 기술적 이유를 알 수 있어 미래 산업의 흐름을 읽는 데 큰 도움이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반도체 공장, 클린룸, 초순수, 전력, 광주 군공항, 산업단지</a:t>
            </a:r>
            <a:br/>
            <a:r>
              <a:t>🔗 Source: https://youtu.be/GzZsrfejXOM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
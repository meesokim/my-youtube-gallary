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[ 음악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릭 애슬리 - Never Gonna Give You Up: 영원한 사랑과 헌신의 약속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8288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algun Gothic"/>
              </a:defRPr>
            </a:pPr>
            <a:r>
              <a:t>이 영상은 릭 애슬리의 명곡 'Never Gonna Give You Up'의 가사를 담고 있습니다. 상대방에게 변치 않는 사랑과 헌신을 맹세하며, 어떤 어려움 속에서도 떠나거나 상처 주지 않겠다는 진심 어린 약속을 반복적으로 전달합니다.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7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"절대 포기하지 않고, 실망시키지 않으며, 떠나지 않겠다"는 핵심 메시지를 통해 상대방에 대한 확고한 충성과 헌신을 표현합니다.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오랜 시간 동안 쌓아온 관계와 서로에 대한 깊은 이해를 바탕으로, 말하지 않아도 통하는 유대감을 강조합니다.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상대방을 울리거나 거짓말을 하지 않고, 어떤 식으로든 상처 주지 않겠다는 진실된 마음과 보호 의지를 약속합니다.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80년대 팝 음악의 상징적인 곡으로, 경쾌한 멜로디와 중독성 있는 후렴구로 전 세계적인 사랑을 받아왔습니다.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사랑하는 사람에게 보내는 변치 않는 믿음과 영원한 관계에 대한 희망적인 메시지를 담고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Malgun Gothic"/>
              </a:defRPr>
            </a:pPr>
            <a:r>
              <a:t>Keywords: 릭애슬리,Never Gonna Give You Up,팝송,80년대음악,사랑노래,릭롤  |  🔗 https://youtu.be/dQw4w9WgXcQ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
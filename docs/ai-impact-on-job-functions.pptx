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인공지능 시대, 직업은 사라지지 않지만 직무는 완전히 바뀐다</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인공지능 시대에 직업은 사라지지 않지만, 직무의 내용과 방식이 크게 변화할 것이라는 전망을 다룹니다. 특히 신규 채용 감소와 기존 직무의 자동화가 가속화되면서 개인과 기업, 정부가 어떻게 대응해야 할지 국내외 사례를 통해 심층적으로 분석합니다. 이 변화에 대한 개인의 적응 전략과 국가별 노동 정책의 차이점을 명확히 제시합니다.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AI의 직무 변화 가속화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인공지능은 직업 자체를 소멸시키기보다 직무의 내용과 방식을 근본적으로 변화시키며, 특히 초급 채용 시장에 가장 큰 영향을 미쳐 신규 채용 감소로 이어지고 있습니다. (근거: ILO 보고서에 따르면 2030년대에는 57%의 직무가 AI의 영향을 받을 것으로 예상되며, 기업들은 AI 도입 후 대량 해고 대신 신규 채용을 줄이는 방식으로 인력 조정을 하고 있음)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개인의 직무 전환 및 적응 전략</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인공지능 시대에 개인은 현 직장 내에서 직무 전환 기회를 적극적으로 모색하고, 자동화 가능성이 높은 직무나 승진/숙련 기회가 막힌 경우 외부 이직을 고려하는 등 능동적인 적응이 필수적입니다. (근거: 고용 전문가들은 직장을 때려치고 나오기보다 회사 내에서 다른 직무를 찾는 것이 가장 효과적이며, 대기업 재직자나 신입 청년층은 더 빠른 직무 변화를 고민해야 한다고 권고함)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국가별 노동 정책의 대응 차이</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각국 정부는 AI로 인한 직무 변화에 대응하기 위해 노동 정책을 재정비하고 있으며, 미국은 유연한 해고를 허용하되 재훈련 기회를 제공하고 유럽은 근로자에게 AI 도입 계획을 사전 공지하여 적응 시간을 부여하는 등 상이한 접근 방식을 보입니다. (근거: 미국은 AI 도입을 해고 사유로 인정하며 재훈련을 지원하고, 유럽은 AI 사용 전 근로자 및 대표에게 공지하여 직무 변화에 대비할 시간을 주도록 규정화함)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인공지능이 우리 삶과 일자리에 미칠 영향이 궁금하신가요? 이 영상을 통해 AI가 직업을 어떻게 변화시키고 있으며, 우리는 이 변화에 어떻게 현명하게 대처해야 할지 구체적인 인사이트를 얻을 수 있습니다. 미래의 노동 시장을 이해하고 개인의 커리어 전략을 세우는 데 큰 도움이 될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인공지능, 직무변화, 노동시장, 고용정책, 재훈련</a:t>
            </a:r>
            <a:br/>
            <a:r>
              <a:t>🔗 Source: https://youtu.be/A0n0Ox2Y1T4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
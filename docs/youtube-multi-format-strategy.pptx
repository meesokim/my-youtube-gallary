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마케팅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유튜브 성공을 위한 멀티 포맷 전략: 구글은 광고 회사다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이 영상은 유튜브를 단순한 콘텐츠 플랫폼이 아닌, 철저히 '광고 회사'인 구글의 관점에서 분석합니다. 시청 지속시간을 극대화하고 광고 수익을 늘리기 위한 오프닝 전략, 롱폼 콘텐츠의 중요성, 숏폼의 역할, 그리고 커뮤니티 게시물 활용법 등 구글의 비즈니스 모델에 최적화된 멀티 포맷 전략을 상세히 설명합니다. 이를 통해 크리에이터가 유튜브에서 성공하기 위한 실질적인 방향성을 제시합니다.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시청 지속시간 극대화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0-1분 오프닝은 시청자 이탈을 막고 몰입을 유도하여 구글의 광고 수익 증대에 기여하는 가장 중요한 구간이다. 자기소개, 하이라이트 미리 보기, 채널 로고 인트로 등은 시청 지속시간을 급격히 떨어뜨리므로, 미스터비스트처럼 첫 1분을 강렬하게 만들어 시청자를 붙잡는 것이 핵심이다.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긴 영상과 린백 콘텐츠의 중요성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8분 이상의 긴 영상은 미드롤 광고를 통해 구글의 수익을 극대화하며, TV 시청 환경에 최적화된 린백 콘텐츠는 시청 시간을 1배속으로 강제하여 광고 노출 및 수익 증대에 결정적인 역할을 한다. 시청자의 시간을 오래 점유할수록 구글에게 돈이 되는 영상이므로, 비디오 팟캐스트처럼 틀어놓는 콘텐츠가 높은 광고 효율을 보인다.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멀티 포맷 전략과 커뮤니티 게시물 활용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숏폼은 비구독자 유입, 롱폼은 시청 시간 확보 및 팬덤 형성, 그리고 게시물은 팬덤 소통 및 인게이지먼트 증대를 통해 채널의 전반적인 노출도를 높여 구글의 광고 비즈니스 모델을 강화한다. 특히 투표 기능이 있는 게시물은 시청자 참여 허들을 낮춰 인게이지먼트 지표를 폭증시키고, 이는 채널 노출도 상승으로 이어진다.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이 영상은 단순히 유튜브 채널 운영 팁을 넘어, 구글이 왜 특정 콘텐츠를 선호하고 노출하는지 그 본질적인 이유를 알려줍니다. 미스터비스트의 성공 전략부터 숏폼과 롱폼의 역할, 그리고 커뮤니티 게시물의 숨겨진 중요성까지, 유튜브를 비즈니스 관점에서 이해하고 싶은 분이라면 반드시 시청해야 할 필독 영상입니다. 이 영상을 통해 여러분의 채널을 성장시킬 실질적인 인사이트를 얻어가세요.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유튜브 전략, 시청 지속시간, 멀티 포맷, 구글 광고, 비디오 팟캐스트</a:t>
            </a:r>
            <a:br/>
            <a:r>
              <a:t>🔗 Source: https://youtu.be/ue4hqNSP9kg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
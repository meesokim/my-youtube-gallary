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 시대의 브라우저 자동화 혁명: 이골라이트(Ego Browser) 완벽 리뷰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AI와 함께 작업할 때 기존 브라우저 자동화 툴의 고질적인 문제점들을 해결해 줄 혁신적인 AI 브라우저, 이골라이트(Ego Browser)를 소개합니다. 이 영상은 이골라이트가 어떻게 AI 에이전트 간의 간섭 없이 독립적인 작업 공간을 제공하고, 병렬 작업을 효율적으로 수행하여 생산성을 극대화하는지 상세히 보여줍니다.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독립적인 AI 작업 공간 제공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이골라이트는 각 AI 에이전트에게 완전히 독립적인 '스페이스'를 할당하여, 여러 AI가 동시에 브라우저를 조작해도 서로 간섭하거나 포커스를 빼앗는 문제 없이 원활하게 작업을 수행할 수 있도록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지속적인 브라우저 환경 유지 및 효율적인 자동화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크롬 엔진을 기반으로 하여 쿠키, 로그인 세션, 확장 프로그램 등 브라우저 환경을 그대로 유지할 수 있어, 매번 새로운 세션을 시작할 필요 없이 로그인된 상태에서 복잡한 다단계 작업을 AI가 직접 수행하도록 자동화할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병렬 작업 처리로 생산성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여러 AI 에이전트가 동시에 독립적인 스페이스에서 작업을 수행할 수 있어, 웹사이트 디버깅이나 엔드투엔드 테스트와 같은 병렬 작업 시간을 획기적으로 단축시키고, 사용자는 AI의 작업에 방해받지 않고 자신의 작업을 병행할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기존 브라우저 자동화 툴의 한계에 지쳐있던 AI 개발자나 사용자라면 이 영상을 반드시 시청해야 합니다. 이골라이트가 제공하는 독립적인 작업 공간과 효율적인 병렬 처리 기능으로 AI와의 협업 경험이 얼마나 혁신적으로 변화할 수 있는지 직접 확인하고, 여러분의 코딩 및 자동화 삶을 한 단계 업그레이드할 수 있을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이골라이트, Ego Browser, AI 자동화, 브라우저 자동화, 생산성, LLM</a:t>
            </a:r>
            <a:br/>
            <a:r>
              <a:t>🔗 Source: https://youtu.be/uy5XmijKOUA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
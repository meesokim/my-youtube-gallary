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사회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일본의 미래 위협: 높은 전기료와 열악한 삶의 질이 초래하는 사회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한국과 비교했을 때 일본의 열악한 삶의 질 문제를 다룹니다. 특히 높은 전기료와 해양성 기후로 인한 습기 문제로 에어컨 사용이 필수적임에도 불구하고, 과도한 전기료 부담 때문에 노인들이 열사병으로 사망하는 심각한 상황을 지적합니다. 이는 일본의 미래에 큰 위협이 될 수 있음을 경고합니다.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삶의 질 저하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한국 대비 일본의 삶의 질이 열악하며, 특히 높은 전기료가 큰 부담으로 작용하여 기본적인 생활 환경 유지에 어려움이 있음을 설명합니다.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기후와 전기료의 이중고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해양성 기후로 인한 높은 습기 때문에 에어컨 사용이 필수적이지만, 한국의 2~3배에 달하는 전기료로 인해 사용을 자제하다가 노인층의 열사병 사망률이 증가하는 심각한 사회 문제를 야기하고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일본의 미래 위협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현재의 높은 전기료와 기후 문제, 그리고 이로 인한 노인층의 건강 위협은 일본 사회 전반의 삶의 질을 저하시키고 장기적으로 국가적인 위기로 이어질 수 있음을 강조합니다.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영상을 통해 한국과 비교되는 일본의 현실적인 삶의 질 문제와 그 이면에 숨겨진 심각한 사회적 위협을 깊이 이해할 수 있습니다. 특히 높은 전기료와 기후 변화가 노인층에 미치는 치명적인 영향은 우리 사회가 직면할 수 있는 미래 문제에 대한 중요한 통찰을 제공할 것입니다. 일본의 현재를 통해 우리의 미래를 성찰하고 싶은 분들께 강력히 추천합니다.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일본, 전기료, 삶의 질, 열사병, 고령화</a:t>
            </a:r>
            <a:br/>
            <a:r>
              <a:t>🔗 Source: https://youtu.be/p0EmBWwXlSE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
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9144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F6B6B"/>
                </a:solidFill>
                <a:latin typeface="Malgun Gothic"/>
              </a:defRPr>
            </a:pPr>
            <a:r>
              <a:t>💡 [ 사회 ]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FFFFFF"/>
                </a:solidFill>
                <a:latin typeface="Malgun Gothic"/>
              </a:defRPr>
            </a:pPr>
            <a:r>
              <a:t>일본의 미래 위협: 높은 전기료와 열악한 삶의 질이 초래하는 사회 문제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657600"/>
            <a:ext cx="2286000" cy="54864"/>
          </a:xfrm>
          <a:prstGeom prst="rect">
            <a:avLst/>
          </a:prstGeom>
          <a:solidFill>
            <a:srgbClr val="667E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402336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2400">
                <a:solidFill>
                  <a:srgbClr val="A0A0B8"/>
                </a:solidFill>
                <a:latin typeface="Malgun Gothic"/>
              </a:defRPr>
            </a:pPr>
            <a:r>
              <a:t>이 영상은 한국과 비교했을 때 일본의 열악한 삶의 질 문제를 다룹니다. 특히 높은 전기료와 해양성 기후로 인한 습기 문제로 에어컨 사용이 필수적임에도 불구하고, 과도한 전기료 부담 때문에 노인들이 열사병으로 사망하는 심각한 상황을 지적합니다. 이는 일본의 미래에 큰 위협이 될 수 있음을 경고합니다.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01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삶의 질 저하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한국 대비 일본의 삶의 질이 열악하며, 특히 높은 전기료가 큰 부담으로 작용하여 기본적인 생활 환경 유지에 어려움이 있음을 설명합니다.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02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기후와 전기료의 이중고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해양성 기후로 인한 높은 습기 때문에 에어컨 사용이 필수적이지만, 한국의 2~3배에 달하는 전기료로 인해 사용을 자제하다가 노인층의 열사병 사망률이 증가하는 심각한 사회 문제를 야기하고 있습니다.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289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 b="1">
                <a:solidFill>
                  <a:srgbClr val="667EEA"/>
                </a:solidFill>
                <a:latin typeface="Malgun Gothic"/>
              </a:defRPr>
            </a:pPr>
            <a:r>
              <a:t>CORE INSIGHT 03 / 03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097280"/>
            <a:ext cx="10362895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FFFFFF"/>
                </a:solidFill>
                <a:latin typeface="Malgun Gothic"/>
              </a:defRPr>
            </a:pPr>
            <a:r>
              <a:t>일본의 미래 위협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2286000"/>
            <a:ext cx="10362895" cy="18288"/>
          </a:xfrm>
          <a:prstGeom prst="rect">
            <a:avLst/>
          </a:prstGeom>
          <a:solidFill>
            <a:srgbClr val="2D2D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14400" y="2743200"/>
            <a:ext cx="10362895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40000"/>
              </a:lnSpc>
              <a:defRPr sz="2000">
                <a:solidFill>
                  <a:srgbClr val="E8E8F0"/>
                </a:solidFill>
                <a:latin typeface="Malgun Gothic"/>
              </a:defRPr>
            </a:pPr>
            <a:r>
              <a:t>현재의 높은 전기료와 기후 문제, 그리고 이로 인한 노인층의 건강 위협은 일본 사회 전반의 삶의 질을 저하시키고 장기적으로 국가적인 위기로 이어질 수 있음을 강조합니다.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0F1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914400" y="1371600"/>
            <a:ext cx="10362895" cy="3474720"/>
          </a:xfrm>
          <a:prstGeom prst="roundRect">
            <a:avLst/>
          </a:prstGeom>
          <a:solidFill>
            <a:srgbClr val="1A1A2E"/>
          </a:solidFill>
          <a:ln>
            <a:solidFill>
              <a:srgbClr val="2D2D4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371600" y="1645920"/>
            <a:ext cx="9448495" cy="2926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400" b="1">
                <a:solidFill>
                  <a:srgbClr val="FF6B6B"/>
                </a:solidFill>
                <a:latin typeface="Malgun Gothic"/>
              </a:defRPr>
            </a:pPr>
            <a:r>
              <a:t>🎯 AI 추천사 및 시청 가치</a:t>
            </a:r>
          </a:p>
          <a:p>
            <a:pPr>
              <a:lnSpc>
                <a:spcPct val="130000"/>
              </a:lnSpc>
              <a:defRPr sz="1800" i="1">
                <a:solidFill>
                  <a:srgbClr val="E8E8F0"/>
                </a:solidFill>
                <a:latin typeface="Malgun Gothic"/>
              </a:defRPr>
            </a:pPr>
            <a:r>
              <a:t>이 영상을 통해 한국과 비교되는 일본의 현실적인 삶의 질 문제와 그 이면에 숨겨진 심각한 사회적 위협을 깊이 이해할 수 있습니다. 특히 높은 전기료와 기후 변화가 노인층에 미치는 치명적인 영향은 우리 사회가 직면할 수 있는 미래 문제에 대한 중요한 통찰을 제공할 것입니다. 일본의 현재를 통해 우리의 미래를 성찰하고 싶은 분들께 강력히 추천합니다.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303520"/>
            <a:ext cx="10362895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30000"/>
              </a:lnSpc>
              <a:defRPr sz="1200">
                <a:solidFill>
                  <a:srgbClr val="888888"/>
                </a:solidFill>
                <a:latin typeface="Malgun Gothic"/>
              </a:defRPr>
            </a:pPr>
            <a:r>
              <a:t>🏷️ Keywords: 일본, 전기료, 삶의 질, 열사병, 고령화</a:t>
            </a:r>
            <a:br/>
            <a:r>
              <a:t>🔗 Source: https://youtu.be/p0EmBWwXlSE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
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문화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일본 사회에 스며든 한류와 한국의 경쟁력: 일본의 시선으로 본 한국 문화의 위상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일본에서 한류는 이제 단순한 팬덤을 넘어 일상생활과 비즈니스 영역까지 깊숙이 스며들며 세대를 거쳐 확산되고 있습니다. 특히 한국어의 효율성과 한국 문화 콘텐츠의 세계적인 성공은 일본 사회에 큰 영향을 미치고 있으며, 이는 일본이 직면한 고령화와 경직된 사회 구조에 대한 성찰의 계기를 제공합니다.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세대와 일상에 스며든 4차 한류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K-푸드, K-뷰티, K-카페, 한국어 학습 등 한국 문화가 일본인의 삶에 깊숙이 자리 잡으며 단순한 팬덤을 넘어 비즈니스 영역까지 확장되고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한국어의 압도적인 효율성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일본어 입력 방식의 비효율성과 비교하여 한국어의 빠른 입력 속도는 일본 기자들조차 놀라게 할 정도로 우수하며, 이는 한국어 학습이 개인의 커리어에 긍정적인 영향을 미친다는 인식으로 이어지고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일본 문화 콘텐츠의 쇠퇴와 한국의 '빨리빨리' 정신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일본의 고령화된 리더십과 경직된 연공서열 문화가 새로운 감각 수용을 어렵게 하여 문화 콘텐츠 경쟁력 약화로 이어지는 반면, 한국의 '빨리빨리' 정신은 세계적인 속도에 발맞춰 문화를 확산시키는 원동력이 되고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일본 사회에 깊이 뿌리내린 한류의 현주소와 한국 문화의 놀라운 경쟁력을 이 영상을 통해 확인해 보세요. 단순한 유행을 넘어 일본인의 삶과 비즈니스에까지 영향을 미치는 한국의 힘을 이해하고, 더 나아가 일본이 한국에서 배워야 할 점과 한국 사회가 미래에 대비해야 할 과제까지 통찰력을 얻을 수 있을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한류, 일본, K-콘텐츠, 한국어, 문화경쟁력, 빨리빨리</a:t>
            </a:r>
            <a:br/>
            <a:r>
              <a:t>🔗 Source: https://youtu.be/QvYkvmNctIE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
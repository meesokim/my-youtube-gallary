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건강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노안, 피할 수 없다면 현명하게 대처하라! 최신 안약부터 수술까지 모든 대안</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나이가 들면서 찾아오는 노안은 눈의 조절력 저하로 가까운 거리가 잘 보이지 않는 자연스러운 현상입니다. 이 영상에서는 노안의 원인과 진행 과정을 상세히 설명하고, 최근 미국에서 화제가 된 노안 치료 안약 '비즈'의 원리부터 백내장 수술 시 다초점 렌즈, 레이저 각막 수술 등 다양한 수술적/비수술적 대안들을 심층적으로 다룹니다.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노안 치료 안약의 원리</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동공 축소를 통한 핀홀 효과로 근거리 시력 개선: 최근 미국에서 출시된 노안 치료 안약 '비즈'는 동공을 작게 만들어 카메라의 조리개를 조이는 것과 같은 '핀홀 효과'를 유발합니다. 이를 통해 초점 심도를 깊게 하여 주변부 빛을 차단하고 중심부 빛만 모아 가까운 거리를 더 선명하게 볼 수 있도록 돕습니다.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수술적 노안 교정</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다초점 인공수정체 삽입 및 레이저 각막 절삭술: 백내장이 동반된 경우, 백내장 수술 시 다초점 인공수정체를 삽입하여 원거리, 중간 거리, 근거리를 모두 볼 수 있게 합니다. 백내장이 없는 경우, 레이저로 각막의 모양을 깎아 가운데를 볼록하게 만들어 근거리 시력을 개선하거나, 각막 내에 작은 렌즈를 삽입하여 핀홀 효과를 유도하는 수술적 방법도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비수술적 대안 및 적응의 중요성</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돋보기, 누진 다초점 안경, 그리고 마음가짐: 노안의 가장 기본적인 비수술적 대안은 돋보기나 누진 다초점 안경 착용입니다. 특히 누진 다초점 안경은 노안 초기부터 착용하여 적응하는 것이 중요하며, 노안은 질병이 아닌 자연스러운 노화 현상이므로 이를 받아들이고 적응하려는 마음가짐이 가장 중요하다고 강조합니다.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40대 중반부터 시작되는 노안 때문에 불편함을 느끼고 계신가요? 이 영상은 노안의 정확한 원리부터 최신 노안 치료 안약 '비즈'의 효과, 그리고 다양한 수술 및 비수술적 대안까지 모든 궁금증을 해결해 드립니다. 노안을 현명하게 관리하고 더 나은 시력을 유지하기 위한 실질적인 정보를 얻어가세요!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노안, 비즈, 안약, 다초점렌즈, 라식라섹</a:t>
            </a:r>
            <a:br/>
            <a:r>
              <a:t>🔗 Source: https://youtu.be/TtLOy4-DhNo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
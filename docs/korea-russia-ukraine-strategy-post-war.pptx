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국제정세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러우 전쟁 이후 한국의 신의 한 수: 러시아와 우크라이나 모두를 잡는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러시아-우크라이나 전쟁 이후 한국이 양국 모두와 관계를 유지하며 국익을 극대화하려는 '신의 한 수' 전략을 분석합니다. 전쟁이 끝난 후 발생할 경제적 기회와 지정학적 변화 속에서 한국이 어떻게 독자적인 외교적 입지를 구축하고 있는지 조한범 박사의 시각으로 조명합니다.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양측 포용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한국은 러시아-우크라이나 전쟁의 복잡한 국제 정세 속에서 어느 한쪽에 치우치지 않고 양국 모두와 협력 가능성을 열어두는 독자적인 외교 노선을 구축하고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전후 재건 및 경제적 기회 선점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전쟁 이후 우크라이나 재건 사업 참여와 러시아와의 경제 협력 가능성을 동시에 모색하며, 한국 기업들이 새로운 시장을 개척하고 경제적 이득을 얻을 수 있는 전략적 기반을 마련하고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장기적 국익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단기적인 정치적 판단을 넘어, 전쟁 이후 변화할 국제 질서와 에너지, 자원 공급망 재편 속에서 한국의 지정학적, 경제적 이점을 최대한 활용하여 장기적인 국익을 확보하려는 고도의 전략적 판단이 작용하고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러시아-우크라이나 전쟁이 한국 경제와 외교에 어떤 영향을 미치고, 한국이 이 복잡한 상황 속에서 어떻게 '신의 한 수'를 두며 국익을 지켜나가는지 궁금하신가요? 이 영상을 통해 조한범 박사의 심도 깊은 분석을 듣고, 급변하는 국제 정세 속 한국의 미래 전략에 대한 통찰력을 얻어가세요. 미래를 내다보는 혜안을 얻고 싶은 분들께 강력히 추천합니다.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러우전쟁, 한국 외교, 전후 재건, 지정학, 경제 전략</a:t>
            </a:r>
            <a:br/>
            <a:r>
              <a:t>🔗 Source: https://youtu.be/4TKKw-Wp3O8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
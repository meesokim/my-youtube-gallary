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기술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HBM4 베이스 다이의 진화: 단순한 받침대에서 핵심 로직 칩으로</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HBM4부터 베이스 다이의 역할이 단순한 신호 연결을 넘어 훨씬 복잡한 로직 칩으로 진화하고 있습니다. 2048비트로 확장된 인터페이스 폭은 전력, 타이밍, 테스트의 복잡성을 크게 증가시켰으며, 이에 따라 삼성전자는 4나노, SK하이닉스는 TSMC 로직 공정을 도입하며 선단 공정의 중요성이 부각되고 있습니다. 이 영상은 베이스 다이의 현재와 미래, 그리고 관련 기술 생태계의 경쟁 구도를 심층 분석합니다.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HBM4 베이스 다이의 복잡성 증대</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HBM4는 외부 데이터 인터페이스 폭이 1024비트에서 2048비트로 두 배 확장되면서, 베이스 다이가 관리해야 할 전원, 타이밍, 테스트의 복잡성이 기하급수적으로 증가했습니다. 이는 전압 강하, 동시 스위칭 노이즈, 클럭 스큐와 같은 전기적 문제를 야기하며, 단순한 메모리 셀 속도 향상만으로는 달성할 수 없는 시스템 전체의 성능을 좌우하게 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선단 로직 공정 도입과 통합의 중요성</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삼성전자가 4나노, SK하이닉스가 TSMC 로직 공정을 HBM4 베이스 다이에 적용하는 것은 늘어난 디지털 기능을 제한된 면적과 전력 안에 구현하고 HBM4의 높은 속도를 안정적으로 지탱하기 위함입니다. 파운드리 공정별 IP 생태계 활용과 더불어, 삼성의 수직 통합 구조(DRAM, 파운드리, 패키징)와 SK하이닉스의 외부 생태계(GPU 고객, IP, 파운드리) 협력 중 어느 쪽이 전력, 수율, 고객 인증에서 유리할지 경쟁 구도가 형성되고 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미래 HBM 및 HBF 베이스 다이의 역할 확장과 열 관리 과제</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앞으로 커스텀 HBM과 HBF(High Bandwidth Flash)에서는 베이스 다이가 메모리 컨트롤러 기능, 데이터 재배열, 압축, 보안 등 더 많은 로직 기능을 담당하며 그 중요성이 더욱 커질 것입니다. 그러나 베이스 다이의 로직 비중이 높아질수록 발열 문제가 심화되어 위에 쌓인 DRAM 다이의 리프레시 부담을 가중시키므로, 단순히 가장 빠른 공정보다는 필요한 기능을 가장 낮은 전력 밀도로 구현하는 설계 능력이 핵심 경쟁력이 될 것입니다.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이 영상을 통해 HBM4의 핵심 부품인 베이스 다이가 어떻게 진화하고 있는지 깊이 이해할 수 있습니다. 단순한 메모리 받침대가 아닌, 고성능 컴퓨팅의 미래를 좌우할 핵심 로직 칩으로서 베이스 다이의 중요성과 함께 삼성전자, SK하이닉스 등 주요 기업들의 전략적 선택을 분석하며 반도체 산업의 최신 트렌드를 파악하고 싶은 분들께 강력히 추천합니다.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HBM4, 베이스 다이, 반도체, 메모리, 파운드리, TSMC, 삼성전자, SK하이닉스</a:t>
            </a:r>
            <a:br/>
            <a:r>
              <a:t>🔗 Source: https://youtu.be/5Sce0mThJE4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
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전쟁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우크라이나를 구한 젊은 국방장관 페도로프: 해임 논란과 그의 혁신적 리더십</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우크라이나의 젊은 국방장관 페도로프의 갑작스러운 해임이 대규모 시위를 촉발하며 내전 위기까지 번지고 있습니다. 그는 디지털 전환부 장관 시절부터 혁신적인 전자정부 시스템을 구축하고, 국방장관으로서 부패 척결, 첨단 기술 도입, 병력 보급 시스템 개선 등 전쟁 수행 능력을 극대화하는 데 결정적인 역할을 했습니다. 이 영상은 페도로프 장관의 업적과 그의 해임이 우크라이나에 미치는 영향을 심층적으로 분석합니다.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디지털 혁신을 통한 국가 역량 강화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페도로프는 디지털 전환부 장관으로서 '디아(Diia)' 프로젝트를 성공적으로 이끌어 스마트폰 기반의 전자정부 시스템을 구축, 전쟁 중에도 국가 기능 유지와 국민 서비스 제공에 핵심적인 기여를 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전쟁 수행 방식의 혁신과 부패 척결</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국방장관 취임 후, 그는 스타링크 확보, 사이버전 지휘, 국방 조달 공개 입찰 전환을 통한 66억 달러 규모의 부패 적발, 그리고 '사람보다 기술이 먼저 싸워야 한다'는 철학 아래 디지털 알고리즘 기반의 국방 계획을 도입하여 효율성을 극대화했습니다.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병력 사기 진작 및 전술적 우위 확보</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최전선 병력 급여 3배 인상, 장기 복무자 전역 계획, 복무 기간 명시 등 병사 사기 진작책을 추진했으며, '땅을 내주고 피를 얻는' 전술, 스타링크 화이트리스트 도입, 드론 작전 실시간 관리 시스템 구축으로 러시아군에 대한 전술적 우위를 확보했습니다.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우크라이나 전쟁의 흐름을 바꾼 숨은 영웅, 페도로프 국방장관의 놀라운 리더십과 혁신 스토리를 만나보세요. 그의 개혁이 어떻게 우크라이나의 전쟁 수행 능력을 극적으로 향상시켰는지, 그리고 그의 해임이 왜 우크라이나 국민들의 거센 반발을 사고 있는지 이 영상을 통해 깊이 이해하고, 위기 속에서도 빛나는 리더십의 중요성을 깨달을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우크라이나, 페도로프, 국방개혁, 디지털전환, 전쟁전략</a:t>
            </a:r>
            <a:br/>
            <a:r>
              <a:t>🔗 Source: https://youtu.be/iwq0gGq50tY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
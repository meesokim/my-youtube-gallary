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경제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한국 경제, 천재일우의 기회 속 숨겨진 위협과 나아갈 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한국 경제는 미중 갈등과 AI 붐 덕분에 반도체, 조선 등 주력 산업에서 일시적인 회복세를 보이며 '천재일우의 기회'를 맞이했습니다. 하지만 이는 중국이 배제된 틈새 시장에서의 반사 이익으로, 언제든 사라질 수 있는 불안정한 상황입니다. 장기적인 성장을 위해 한국은 서방 국가들과의 신뢰를 구축하여 새로운 시장을 개척하고, AI를 활용한 생산성 혁신에 집중하는 전략이 필요합니다.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현재 한국 경제의 반사 이익과 그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미중 갈등과 AI 붐으로 반도체, 조선, 원전, 방산 등 주력 산업이 일시적 호황을 누리지만, 이는 중국이 배제된 틈새 시장에서의 반사 이익이며, 언제든 다른 경쟁국에 추월당하거나 미중 관계 변화로 사라질 수 있는 불안정한 기회임.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미래 시장 개척을 위한 신뢰 구축의 중요성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중국 시장 진입이 어려워진 상황에서 미국 등 서방 국가 시장을 뚫기 위해서는 단순히 제품의 가성비를 넘어, 한국이 믿을 수 있는 혈맹 파트너라는 정치적, 외교적 신뢰를 확보하는 것이 핵심임. 특히 방산 시장에서 미국의 신뢰를 얻는 것이 중요함.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AI 시대, 생산성 혁신에 집중하는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AI 핵심 기술 개발 경쟁은 인재 유출 문제로 인해 미국이나 중국처럼 성공하기 어려우므로, 대신 ChatGPT, Gemini 등 기존 AI 도구를 적극 활용하여 전 산업 분야의 생산성을 2~3배 높이는 데 집중함으로써 국가 경쟁력을 확보해야 함.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이 영상은 한국 경제가 현재 누리는 기회가 얼마나 취약한지, 그리고 앞으로 어떤 전략으로 나아가야 할지 명확하게 제시합니다. 단순히 현 상황에 안주하지 않고, 미중 갈등 속에서 우리의 진정한 경쟁력을 키우고 미래를 준비하는 통찰력을 얻고 싶다면 반드시 시청해야 할 영상입니다. 한국의 미래를 고민하는 모든 분께 강력히 추천합니다.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한국경제, 미중갈등, AI, 반도체, 미래전략, 생산성</a:t>
            </a:r>
            <a:br/>
            <a:r>
              <a:t>🔗 Source: https://youtu.be/-EfrUu8VGeM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
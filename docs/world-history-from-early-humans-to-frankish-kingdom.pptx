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역사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인류의 발자취: 구석기부터 프랑크 왕국까지 세계사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인류의 탄생부터 고대 문명, 그리스와 로마 제국, 그리고 중세 유럽의 프랑크 왕국까지 세계사의 주요 흐름을 한눈에 파악할 수 있도록 명쾌하게 정리해 줍니다. 복잡한 세계사를 쉽고 재미있게 이해하고 싶은 분들이라면 이 영상을 통해 역사적 지식을 풍부하게 쌓고 넓은 시야를 얻을 수 있을 것입니다. 방대한 역사의 맥락을 잡고 싶은 모든 분께 강력히 추천합니다!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인류의 진화와 문명의 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오스트랄로피테쿠스부터 호모 사피엔스까지 인류의 진화 과정을 설명하고, 구석기 시대의 수렵 채집 생활과 신석기 혁명을 통한 농경 및 정착 생활의 시작, 그리고 초기 문명 발생의 배경과 특징을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고대 그리스와 로마 제국의 발전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폴리스 중심의 그리스 민주정치와 합리적 문화, 알렉산드로스 대왕의 헬레니즘 제국 건설, 로마 공화정의 성장과 제정으로의 전환, 그리고 로마법과 실용주의 문화의 발전을 상세히 설명합니다.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기독교의 확산과 중세 유럽의 형성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로마 제국 내 기독교의 성장과 국교화 과정, 서로마 제국의 멸망과 게르만족의 이동, 그리고 프랑크 왕국의 발전과 카롤루스 대제의 업적을 통해 중세 서유럽 문화의 기틀이 마련되는 과정을 조명합니다.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영상은 인류의 탄생부터 고대 문명, 그리스와 로마 제국, 그리고 중세 유럽의 프랑크 왕국까지 세계사의 주요 흐름을 한눈에 파악할 수 있도록 명쾌하게 정리해 줍니다. 복잡한 세계사를 쉽고 재미있게 이해하고 싶은 분들이라면 이 영상을 통해 역사적 지식을 풍부하게 쌓고 넓은 시야를 얻을 수 있을 것입니다. 방대한 역사의 맥락을 잡고 싶은 모든 분께 강력히 추천합니다!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세계사, 고대문명, 그리스, 로마, 중세유럽, 인류진화, 프랑크왕국</a:t>
            </a:r>
            <a:br/>
            <a:r>
              <a:t>🔗 Source: https://youtu.be/pUFf9B3UL50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
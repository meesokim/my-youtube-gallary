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 시대의 진화: 챗봇에서 에이전트, 그리고 빌더까지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챗GPT로 촉발된 인공지능 혁명의 흐름 속에서 2026년부터 본격화될 '에이전트 시대'의 특징과 멀티 에이전트 작동 방식, 그리고 AI 기술이 가져올 경제적 파급효과와 한국의 AI 경제 주권 확보 필요성을 설명합니다.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자율적 에이전트 도래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단순한 질문-답변형 챗봇을 넘어, 스스로 판단하고 계획하여 복잡한 다단계 작업을 주도적으로 해결하는 멀티 에이전트 협업 생태계가 활성화됩니다.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엔지니어링 트렌드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적절한 질문을 던지는 프롬프트 엔지니어링을 넘어, 다수의 AI 에이전트들을 적절하게 조율하고 통제하는 하네스(Harness) 엔지니어링이 미래 직무의 핵심으로 부상합니다.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경제 주권과 국산 생태계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폭증할 AI 토큰 사용량으로 인한 경상수지 적자를 방지하고, 글로벌 빅테크 독점에 대응하기 위해 한국 자체의 AI 오케스트레이션 모델과 주권 확보가 필수적입니다.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눈앞에 도래한 에이전트 협업 시대의 본질과 미래 일자리의 변화를 일반인 눈높이에서 가장 직관적으로 통찰하게 돕는 영상입니다. 인공지능의 거대한 흐름 속에서 기회를 포착하고자 하는 모든 분들께 추천합니다.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AI, 에이전트, 챗GPT, GPU, 어텐션 메커니즘, 하네스 엔지니어링, 빌더, 토큰 이코노미, 경제 주권</a:t>
            </a:r>
            <a:br/>
            <a:r>
              <a:t>🔗 Source: https://youtu.be/ChsmNLwoHmw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
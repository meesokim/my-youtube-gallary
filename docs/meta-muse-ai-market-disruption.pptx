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AI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메타 뮤즈, 광고 시장을 뒤흔들다: AI 에이전트의 혁명과 미래</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영상은 메타의 새로운 개인 AI 에이전트 '뮤즈'가 인터넷 광고 시장의 패러다임을 어떻게 변화시키고 있는지 심층적으로 분석합니다. 뮤즈는 단순한 챗봇을 넘어 사용자를 대신해 실제 업무를 수행하며, 기존의 노출 기반 광고를 넘어 선제적인 거래 기반 서비스로 확장될 잠재력을 보여줍니다. 또한, 오픈AI의 아스트라와 같은 최신 AI 기술 발전이 가져올 시장의 변화와 AI의 대중화 전략에 대해서도 다룹니다.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뮤즈의 혁신적인 개인 비서 기능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뮤즈는 단순한 챗봇을 넘어 사용자의 스케줄 관리, 항공권/영화 예매, 쇼핑 흥정 등 실제 업무를 수행하는 개인 AI 에이전트입니다. 24시간 작동하는 클라우드 기반 가상 머신을 통해 사용자를 대신하여 웹사이트 접속, 결제까지 가능하며, 사용자의 행동을 학습하여 선제적으로 필요한 정보를 제공하고 작업을 제안합니다.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광고 시장 패러다임의 변화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메타 뮤즈는 기존의 노출/클릭 기반 광고 시장을 넘어, 사용자에게 필요한 상품이나 서비스를 선제적으로 제시하고 구매까지 대행하는 '선 제시 시장'을 창출합니다. 이는 소상공인에게도 비즈니스 에이전트로서 고객 응대, 예약, 판매 등을 자동화하여 인건비를 대체하는 새로운 비즈니스 모델을 제시하며, 연 1조 달러 규모의 광고 시장을 넘어 3조 달러 규모의 커뮤니케이션 시장까지 겨냥합니다.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메타의 파격적인 AI 대중화 전략</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메타는 컴퓨팅 파워와 자체 저비용 AI 모델(Muse Spark 1.3)을 기반으로, 일반인용 AI 에이전트인 뮤즈를 주당 최대 1억 토큰까지 무료로 제공하며 AI 대중화를 선도하고 있습니다. 이는 기존 오픈 클로와 같은 개인 에이전트의 높은 진입 장벽(고가 하드웨어 구매)을 허물고, 대규모 사용자에게 AI 서비스를 저렴하게 제공하여 AI 에이전트 시장의 주도권을 잡으려는 전략입니다.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영상은 메타의 혁신적인 AI 에이전트 '뮤즈'가 우리의 일상과 비즈니스, 그리고 거대한 광고 시장을 어떻게 변화시킬지 심층적으로 분석합니다. AI 기술의 발전이 단순한 편의를 넘어 새로운 경제 패러다임을 창출하는 과정을 이해하고, 미래 비즈니스 기회를 포착하고 싶은 분이라면 반드시 시청해야 할 영상입니다. 메타의 대담한 전략과 AI의 놀라운 진화를 통해 다가올 미래를 미리 엿볼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메타 뮤즈, AI 에이전트, 광고 시장, 오픈AI, 인공지능</a:t>
            </a:r>
            <a:br/>
            <a:r>
              <a:t>🔗 Source: https://youtu.be/knGTxa-K9zQ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
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6B6B"/>
                </a:solidFill>
                <a:latin typeface="Malgun Gothic"/>
              </a:defRPr>
            </a:pPr>
            <a:r>
              <a:t>💡 [ AI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Malgun Gothic"/>
              </a:defRPr>
            </a:pPr>
            <a:r>
              <a:t>AI 시대, 개발자와 비개발자의 경계가 허물어지는 코딩의 미래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657600"/>
            <a:ext cx="2286000" cy="548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400">
                <a:solidFill>
                  <a:srgbClr val="A0A0B8"/>
                </a:solidFill>
                <a:latin typeface="Malgun Gothic"/>
              </a:defRPr>
            </a:pPr>
            <a:r>
              <a:t>AI 기술의 발전으로 비개발자도 자신의 업무에 필요한 프로그램을 직접 만들 수 있게 되면서, 개발자와 비개발자의 경계가 빠르게 허물어지고 있습니다. 과거 개발자의 영역이었던 코딩이 도메인 전문가의 손으로 확장되며, 개발자의 역할 또한 직접 코드를 짜는 것에서 AI를 활용한 '하네스 엔지니어링'으로 변화하고 있습니다. 이 영상은 이러한 변화가 가져올 미래의 업무 환경과 직업의 의미를 심도 있게 탐구합니다.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67EEA"/>
                </a:solidFill>
                <a:latin typeface="Malgun Gothic"/>
              </a:defRPr>
            </a:pPr>
            <a:r>
              <a:t>CORE INSIGHT 01 /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비개발자의 코딩 역량 강화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10362895" cy="18288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2000">
                <a:solidFill>
                  <a:srgbClr val="E8E8F0"/>
                </a:solidFill>
                <a:latin typeface="Malgun Gothic"/>
              </a:defRPr>
            </a:pPr>
            <a:r>
              <a:t>AI는 코딩 경험이 없는 비개발자도 자신의 도메인 지식을 활용하여 업무 자동화 프로그램을 직접 만들 수 있게 하여, 과거 개발자에게 의존하던 업무 방식을 혁신하고 있습니다.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67EEA"/>
                </a:solidFill>
                <a:latin typeface="Malgun Gothic"/>
              </a:defRPr>
            </a:pPr>
            <a:r>
              <a:t>CORE INSIGHT 02 /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개발자의 역할 변화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10362895" cy="18288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2000">
                <a:solidFill>
                  <a:srgbClr val="E8E8F0"/>
                </a:solidFill>
                <a:latin typeface="Malgun Gothic"/>
              </a:defRPr>
            </a:pPr>
            <a:r>
              <a:t>하네스 엔지니어링: 개발자의 역할은 단순히 코드를 작성하는 것을 넘어, AI가 올바른 방향으로 작동하도록 시스템을 설계하고, 테스트하며, 피드백 루프를 구축하는 '하네스 엔지니어링'으로 진화하고 있습니다.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67EEA"/>
                </a:solidFill>
                <a:latin typeface="Malgun Gothic"/>
              </a:defRPr>
            </a:pPr>
            <a:r>
              <a:t>CORE INSIGHT 03 /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직업 경계의 소멸과 지속적인 학습의 중요성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10362895" cy="18288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2000">
                <a:solidFill>
                  <a:srgbClr val="E8E8F0"/>
                </a:solidFill>
                <a:latin typeface="Malgun Gothic"/>
              </a:defRPr>
            </a:pPr>
            <a:r>
              <a:t>AI 시대에는 개발자와 비개발자, 주니어와 시니어의 경계가 모호해지며, 새로운 도구와 기술의 끊임없는 등장 속에서 변화를 이해하고 적응하기 위한 지속적인 학습과 경험이 필수적입니다.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371600"/>
            <a:ext cx="10362895" cy="3474720"/>
          </a:xfrm>
          <a:prstGeom prst="roundRect">
            <a:avLst/>
          </a:prstGeom>
          <a:solidFill>
            <a:srgbClr val="1A1A2E"/>
          </a:solidFill>
          <a:ln>
            <a:solidFill>
              <a:srgbClr val="2D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484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FF6B6B"/>
                </a:solidFill>
                <a:latin typeface="Malgun Gothic"/>
              </a:defRPr>
            </a:pPr>
            <a:r>
              <a:t>🎯 AI 추천사 및 시청 가치</a:t>
            </a:r>
          </a:p>
          <a:p>
            <a:pPr>
              <a:lnSpc>
                <a:spcPct val="130000"/>
              </a:lnSpc>
              <a:defRPr sz="1800" i="1">
                <a:solidFill>
                  <a:srgbClr val="E8E8F0"/>
                </a:solidFill>
                <a:latin typeface="Malgun Gothic"/>
              </a:defRPr>
            </a:pPr>
            <a:r>
              <a:t>AI 시대, 코딩이 더 이상 개발자만의 영역이 아니라는 사실에 놀라셨나요? 이 영상을 통해 비개발자도 AI와 함께 자신의 업무를 혁신할 수 있는 방법을 발견하고, 개발자라면 변화하는 시대에 맞춰 어떻게 자신의 전문성을 확장해야 할지 명확한 인사이트를 얻을 수 있을 것입니다. 미래의 업무 환경에 대한 깊이 있는 이해와 새로운 기회를 잡고 싶다면 지금 바로 시청하세요!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303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888888"/>
                </a:solidFill>
                <a:latin typeface="Malgun Gothic"/>
              </a:defRPr>
            </a:pPr>
            <a:r>
              <a:t>🏷️ Keywords: AI 코딩, 비개발자, 개발자 역할, 하네스 엔지니어링, 미래 직업</a:t>
            </a:r>
            <a:br/>
            <a:r>
              <a:t>🔗 Source: https://youtu.be/ITOU36mZB0Q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
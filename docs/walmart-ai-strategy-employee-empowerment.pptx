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경영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월마트의 혁신적인 AI 전략: 직원 역량 강화와 미래 일자리 창출</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월마트는 AI 시대에 맞춰 직원들의 일자리를 보장하고 새로운 기회를 창출하기 위한 혁신적인 AX 전략을 추진하고 있습니다. 직원들에게 AI 교육을 제공하고, 일상 업무에 AI 도구를 통합하며, 심지어 비개발자도 직접 AI 솔루션을 만들 수 있는 환경을 제공함으로써, 현장 중심의 문제 해결과 효율성 증대를 동시에 달성하고 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직원 주도 AI 솔루션 개발 환경 구축</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비개발자도 쉽게 AI 도구를 만들 수 있는 '코드 퍼피'를 통해 현장 직원들이 직접 업무 효율화 솔루션을 개발하고, 이를 통해 실제 비즈니스 문제를 해결하며 혁신적인 아이디어를 발굴하고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교육 및 업무 통합을 통한 전사적 역량 강화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160만 명의 직원을 대상으로 AI 교육을 제공하고, '마이 월마트' 앱에 AI를 통합하여 일상 업무에 자연스럽게 녹여냄으로써, 모든 직원이 AI를 이해하고 활용하는 문화를 성공적으로 정착시키고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미래 지향적 인력 재배치 및 직무 전환 시스템</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AI로 인해 변화하는 직무 환경에 선제적으로 대응하여, 저임금 단순 업무 직원을 고수요 직무로 전환하는 내부 이동 프로그램을 운영하고 기술 교육을 제공함으로써, 직원들의 고용 안정성을 확보하고 기업의 지속 가능한 성장을 도모하고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AI 시대, 우리 회사는 어떻게 변화해야 할까요? 월마트가 160만 명의 직원을 AI 전문가로 만들고, 심지어 비개발자도 AI 솔루션을 직접 개발하게 하는 놀라운 전략을 이 영상에서 확인해보세요. AI가 일자리를 빼앗는다는 우려 속에서도 직원과 기업이 함께 성장하는 길을 찾고 싶다면, 월마트의 성공적인 AX(AI Transformation) 사례를 통해 실질적인 인사이트를 얻어가실 수 있을 겁니다.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월마트, AI 전략, 직원 교육, 코드 퍼피, AX, 직무 전환, 인력 개발</a:t>
            </a:r>
            <a:br/>
            <a:r>
              <a:t>🔗 Source: https://youtu.be/KQrIUK7jDBw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
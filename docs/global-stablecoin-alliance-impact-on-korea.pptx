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[ 경제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글로벌 기업들의 달러 스테이블 코인 연대와 한국 경제에 미칠 영향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828800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Malgun Gothic"/>
              </a:defRPr>
            </a:pPr>
            <a:r>
              <a:t>전 세계 140여 개 기업이 연대하여 새로운 달러 기반 스테이블 코인 OUSD를 발행하고 유통하려는 움직임이 포착되었습니다. 이 영상은 OUSD의 등장 배경과 중남미, 아프리카 등지에서 자국 화폐의 불안정성으로 인해 달러 기반 스테이블 코인이 빠르게 확산되는 이유를 분석하며, 이러한 변화가 한국 경제와 원화의 위상에 어떤 영향을 미칠지 심층적으로 다룹니다.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772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algun Gothic"/>
              </a:defRPr>
            </a:pPr>
            <a:r>
              <a:t>▸ 글로벌 기업 연대 및 OUSD 출시: 비자, 마스터카드, 구글, 삼성전자 등 140여 개 글로벌 기업이 '오픈 스탠더드' 법인을 설립하고 달러 기반 스테이블 코인 OUSD를 연내 출시할 예정이며, 이는 달러의 안정성을 기반으로 한 새로운 글로벌 결제 시스템을 구축하려는 시도입니다.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algun Gothic"/>
              </a:defRPr>
            </a:pPr>
            <a:r>
              <a:t>▸ 스테이블 코인 확산 배경: 중남미 및 아프리카 지역에서는 높은 인플레이션과 자국 화폐의 불안정성, 정부의 외환 통제, 높은 송금 수수료 등의 문제로 인해 달러 기반 스테이블 코인이 생존 수단이자 편리하고 안정적인 결제 수단으로 급격히 확산되고 있습니다.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algun Gothic"/>
              </a:defRPr>
            </a:pPr>
            <a:r>
              <a:t>▸ 기존 금융 시스템과의 차별점: 스테이블 코인은 기존 은행 시스템을 거치지 않아 수수료가 거의 없고 즉시 결제가 가능하며, 국가의 외환 통제로부터 자유로워 달러의 안정성을 직접 활용하려는 소비자에게 큰 이점을 제공합니다.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algun Gothic"/>
              </a:defRPr>
            </a:pPr>
            <a:r>
              <a:t>▸ 국가 경제에 미치는 영향: 달러 기반 스테이블 코인 사용이 늘어날수록 자국 화폐의 위상이 하락하고, 외화 유출이 심화되며, 국내 금융기관의 역할이 축소되는 등 국가 경제에 심각한 부작용을 초래할 수 있습니다. 이는 달러의 강력한 영향력이 금융 시스템 전반으로 확대되는 결과로 이어집니다.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algun Gothic"/>
              </a:defRPr>
            </a:pPr>
            <a:r>
              <a:t>▸ 한국의 미래와 대응: OTT 결제, 위성 통신, 자율주행 서비스 등 일상생활에서 달러 스테이블 코인 사용이 확산될 경우, 원화의 필요성이 줄어들고 가치가 위축될 가능성이 있어 한국 정부의 선제적인 대응과 원화 스테이블 코인 발행 여부 결정이 시급합니다.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Malgun Gothic"/>
              </a:defRPr>
            </a:pPr>
            <a:r>
              <a:t>Keywords: 스테이블코인, 달러, OUSD, 디지털자산, 글로벌결제, 외환통제, 원화위상  |  🔗 https://youtu.be/ubAfaAT72hs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
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AI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일론 머스크의 AI 생태계와 그록 4.5: 성능과 가격 혁신으로 AI 코딩 시대를 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이 영상은 일론 머스크가 설립한 스페이스X, XAI, 테슬라 등 AI 기반 생태계의 연결고리를 설명하고, 특히 그록 4.5 모델의 혁신적인 특징을 다룹니다. 커서 AI 인수합병을 통해 탄생한 그록 4.5는 압도적인 성능과 파격적인 가격 효율성을 자랑하며, AI 코딩 및 디자인 분야에 새로운 지평을 열고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그록 4.5의 압도적인 성능과 가격 혁신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커서 AI 인수합병 이후 출시된 그록 4.5는 클로드 페이블 5를 능가하는 성능 지표를 보이며, 동시에 토큰 비용은 10분의 1 수준으로 대폭 절감하여 고성능 AI 모델의 접근성을 획기적으로 높였습니다.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일론 머스크의 AI 기반 생태계 통합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페이팔, 테슬라, 스페이스X, XAI, 그리고 커서 AI까지, 일론 머스크는 이 모든 회사를 AI와 로봇, 우주 데이터 센터를 연결하는 피지컬 AI 기반의 통합 생태계로 구축하며 그록 4.5를 핵심 에이전트로 활용하고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UX/UI 디자인 및 개발 환경의 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그록 4.5와 같은 고성능 저비용 AI 모델의 등장은 UX/UI 디자이너와 개발자들이 '바이브 코딩' 및 '바이브 디자인'을 통해 아이디어를 빠르게 구현하고 프로덕트를 만드는 데 필요한 진입 장벽을 낮춰 새로운 창작 시대를 열 것입니다.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일론 머스크의 광범위한 AI 비전과 그 핵심인 그록 4.5 모델의 놀라운 성능 및 가격 효율성을 이 영상에서 확인해보세요. AI 코딩과 디자인의 미래가 어떻게 변화할지, 그리고 여러분의 업무 방식에 어떤 혁신을 가져올지 궁금하다면 이 영상을 통해 최신 AI 트렌드를 놓치지 마세요!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그록 4.5, 일론 머스크, AI 코딩, 커서 AI, 스페이스X, XAI, AI 생태계, 바이브 코딩</a:t>
            </a:r>
            <a:br/>
            <a:r>
              <a:t>🔗 Source: https://youtu.be/oUF-os5Lnfo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
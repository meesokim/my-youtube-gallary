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경제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시장 예측 불가능! 천재들의 '독한' 자산 관리 원칙과 켈리 공식의 비밀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시장 예측의 어려움을 깨달은 애널리스트의 경험을 시작으로, 정보 이론의 아버지 클로드 쉐넌과 수학자 에드워드 소프, 존 켈리의 이야기를 통해 자산 관리의 핵심 원칙을 탐구합니다. 특히 켈리 공식을 통해 어떤 상황에서도 파산하지 않고 자산을 가장 빠르게 불릴 수 있는 최적의 배팅 비율과 현금 보유의 중요성을 '독하게' 파고듭니다.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시장 예측의 한계와 원칙의 중요성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2007년 고점에 팔았던 자사주가 20년 만에 회복된 사례처럼 시장은 예측 불가능하므로, 어떤 상황에서도 무너지지 않는 구조, 시스템, 원칙을 설계하는 것이 자산 관리의 핵심입니다.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천재들의 '독한' 탐구 정신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정보 이론의 아버지 클로드 쉐넌과 수학자 에드워드 소프가 룰렛 예측 시스템을 8개월간 연구하고 실제 카지노에서 검증하는 등, 놀이와 도박조차 수학적으로 '독하게' 파고들어 세상을 바꾼 통찰을 얻었습니다.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켈리 공식과 파산의 수학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존 켈리의 공식은 승률 60%일 때 전재산의 20%만 배팅하는 것이 자산을 가장 빠르게 불리는 최적의 비율임을 제시합니다. 이는 '파산의 수학'을 피하고 언제든 다시 게임에 참여할 수 있는 '입장권(현금)'을 남겨두는 '독한' 보수적 전략의 중요성을 강조합니다.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이 영상을 통해 시장의 예측 불가능성을 인정하고, 천재들이 '독하게' 탐구한 자산 관리의 본질적인 원칙을 배울 수 있습니다. 특히 켈리 공식을 통해 파산하지 않고 꾸준히 자산을 불려나가는 현명한 투자 전략과 현금 보유의 중요성을 깨달아, 흔들리는 시장 속에서도 나만의 굳건한 투자 철학을 세울 수 있을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켈리공식, 자산관리, 투자원칙, 클로드쉐넌, 에드워드소프</a:t>
            </a:r>
            <a:br/>
            <a:r>
              <a:t>🔗 Source: https://youtu.be/h_sI7zIdZLI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
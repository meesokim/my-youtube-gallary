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GPT 5.6 출시와 최신 AI 트렌드 총정리: 미래를 바꿀 기술 혁신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GPT 5.6의 혁신적인 출시와 함께 에이전트 기능, 음성 모델 등 주요 업데이트를 상세히 다룹니다. 또한 메타, 그록 등 경쟁사들의 최신 AI 모델과 기능들을 비교 분석하며, AI 엔지니어링의 새로운 패러다임과 미래 노동 시장에 미칠 영향까지 폭넓게 조망합니다.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GPT 5.6의 혁신적인 기능과 성능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GPT 5.6은 솔, 테라, 루나 세 가지 버전으로 출시되었으며, 특히 솔 모델은 클로드보다 저렴한 비용으로 더 높은 성능을 제공합니다. 에이전트 라스틱샘, 향상된 디자인 능력, 엔드투엔드 지식 업무 처리, 그리고 블렌더와 같은 복잡한 툴을 다루는 컴퓨터 유즈 에이전트 기능 등 다양한 분야에서 뛰어난 성능을 보여줍니다.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생태계의 확장과 경쟁 심화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GPT 5.6의 출시에 맞춰 채치워크(Chattiwork)를 통한 사무 업무 에이전트 기능, GPT 라이브 음성 모델, 그리고 메타의 뮤즈 스파크, 그록 4.5 등 다양한 기업들이 새로운 모델과 기능을 선보이며 AI 시장의 경쟁이 더욱 치열해지고 있습니다. 특히 비용 효율성과 특정 작업에서의 성능 우위를 강조하며 시장 점유율 확보에 주력하고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미래 노동 시장과 AI 엔지니어링의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AI 기술 발전은 루프 엔지니어링과 같은 새로운 AI 엔지니어링 패러다임을 제시하며, 4년 뒤 일자리의 90%가 AI로 대체 가능할 것이라는 KDI 보고서처럼 노동 시장의 근본적인 변화를 예고합니다. 이는 개인이 AI를 활용하여 가치를 창출하는 1인 창업 시대의 도래를 가속화할 것입니다.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최신 AI 기술의 흐름을 한눈에 파악하고 싶다면 이 영상을 놓치지 마세요. GPT 5.6의 혁신적인 기능부터 메타, 그록 등 주요 AI 기업들의 최신 동향, 그리고 미래 노동 시장의 변화까지, AI 시대에 필요한 핵심 인사이트를 얻어갈 수 있을 것입니다. 지금 바로 시청하고 AI가 가져올 미래를 준비하세요!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GPT 5.6, AI 트렌드, 에이전트 AI, 루프 엔지니어링, 미래 일자리</a:t>
            </a:r>
            <a:br/>
            <a:r>
              <a:t>🔗 Source: https://youtu.be/bnxXaSwtCfw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
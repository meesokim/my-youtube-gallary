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반도체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미국 제재에도 멈추지 않는 중국 반도체 추격, 한국의 미래는?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미국 정부의 강력한 규제에도 불구하고 중국 반도체 산업이 어떻게 빠르게 성장하며 한국을 추격하고 있는지 분석합니다. 권석준 교수는 미국의 제재가 오히려 중국의 자립을 가속화하고 있으며, 중국의 HBM 및 첨단 패키징 기술 발전과 정부의 전폭적인 지원이 한국 반도체 시장에 심각한 위협이 될 수 있음을 경고합니다. 한국이 글로벌 반도체 시장에서 경쟁력을 유지하기 위한 새로운 차원의 혁신 전략이 필요함을 강조합니다.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미국 제재의 역설과 중국의 자립 가속화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미국 정부의 강력한 제재가 오히려 중국의 자국 기술 개발 및 내수 시장 활용을 가속화하여 반도체 자립 생태계를 구축하게 만들고 있으며, 이는 장기적으로 한국에 더 큰 위협이 될 수 있음을 지적합니다.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중국의 HBM 및 첨단 패키징 기술 추격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CXMT의 D램, YMTC의 낸드, 화웨이의 로직 폴딩 기술 연합을 통해 중국판 HBM이 예상보다 빠르게 현실화될 가능성이 높으며, 이는 한국 메모리 반도체 시장에 가격 경쟁력 기반의 대량 공세를 예고합니다.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중국 정부의 전폭적 지원과 풀스택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중앙 및 지방 정부의 막대한 자본, 인프라, R&amp;D 지원과 화웨이의 풀스택(칩 설계부터 클라우드 서비스까지) 전략은 중국 반도체 산업의 경쟁력을 극대화하고 있으며, 한국은 새로운 차원의 혁신을 통해 격차를 벌려야 한다고 강조합니다.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미국과 중국의 반도체 전쟁 속에서 한국의 미래를 고민하는 분이라면 이 영상을 꼭 시청해야 합니다. 권석준 교수님의 깊이 있는 분석을 통해 중국 반도체 산업의 현주소와 미래 전략, 그리고 한국이 나아가야 할 방향에 대한 통찰을 얻을 수 있을 것입니다. 급변하는 글로벌 기술 패권 경쟁에서 우리의 위치를 정확히 파악하고 대비하는 데 큰 도움이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중국 반도체, HBM, AI 데이터센터, 미국 제재, 기술 추격, 화웨이, CXMT, SMIC</a:t>
            </a:r>
            <a:br/>
            <a:r>
              <a:t>🔗 Source: https://youtu.be/16utVc0yExQ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
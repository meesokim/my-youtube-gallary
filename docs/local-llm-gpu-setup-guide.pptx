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개인용 GPU로 로컬 LLM 구축 가이드: 최적의 하드웨어 선택부터 실전 활용까지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최신 LLM의 발전과 함께 개인용 컴퓨터에서 로컬 LLM을 구동할 때 겪는 어려움을 다룹니다. 특히 AMD GPU를 중심으로 로컬 LLM을 제대로 활용하기 위한 하드웨어 사양, 예산, 모델 선택 기준을 상세히 설명하고, LM Studio를 활용한 실제 구축 및 에이전트 연동 과정을 시연합니다. 이를 통해 시청자는 만족스러운 성능으로 AI 에이전트를 구동하는 방법을 배울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로컬 LLM을 위한 최적 하드웨어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VRAM 용량이 핵심이며, 32GB VRAM이 최신 오픈웨이트 모델 구동의 실용적 기준점입니다.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모델 선택 기준 및 MOE 모델의 이해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파라미터 수보다는 VRAM 탑재 가능 여부와 MOE/Dense 구조, 그리고 라이선스를 고려해야 하며, 벤치마크 1위가 실사용 1위는 아님을 강조합니다.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LM Studio를 활용한 로컬 LLM 환경 구축 및 에이전트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AMD ROCm 가속 엔진과 LM Studio를 통해 모델 다운로드, 로드, 추론 서버를 구축하고, LM Link로 원격 연결하여 코드 작성, 실행, 버그 수정 등 실용적인 에이전트 작업을 수행하는 방법을 시연합니다.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개인용 컴퓨터로 강력한 AI 모델을 직접 구동하고 싶은 분이라면 이 영상을 꼭 시청해야 합니다. 최신 오픈웨이트 LLM과 AI 에이전트를 원활하게 돌리기 위해 어떤 하드웨어, 특히 VRAM 사양이 필요한지 명확히 알 수 있습니다. LM Studio를 활용한 실질적인 구축 과정까지 담겨 있어, 나만의 로컬 AI 환경을 구축하고 생산성과 창의성을 한 단계 높일 수 있는 실질적인 지식을 얻게 될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로컬 LLM, AMD GPU, VRAM, LM Studio, ROCm, AI 에이전트, 오픈웨이트 모델, 하드웨어 가이드</a:t>
            </a:r>
            <a:br/>
            <a:r>
              <a:t>🔗 Source: https://youtu.be/Rb0OVBaKYdQ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